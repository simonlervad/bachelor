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0" r:id="rId6"/>
    <p:sldId id="261" r:id="rId7"/>
    <p:sldId id="264" r:id="rId8"/>
    <p:sldId id="259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0639" autoAdjust="0"/>
  </p:normalViewPr>
  <p:slideViewPr>
    <p:cSldViewPr snapToGrid="0">
      <p:cViewPr varScale="1">
        <p:scale>
          <a:sx n="92" d="100"/>
          <a:sy n="92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C8B44B-D8B5-4D79-944E-76459E5BDE1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5A06ED-7B4C-4B04-82D9-20BA55DA855F}">
      <dgm:prSet/>
      <dgm:spPr/>
      <dgm:t>
        <a:bodyPr/>
        <a:lstStyle/>
        <a:p>
          <a:r>
            <a:rPr lang="da-DK" dirty="0"/>
            <a:t>Distancen</a:t>
          </a:r>
          <a:endParaRPr lang="en-US" dirty="0"/>
        </a:p>
      </dgm:t>
    </dgm:pt>
    <dgm:pt modelId="{C5601A3E-1A2F-4952-A55A-35A23B48830C}" type="parTrans" cxnId="{9DD433B8-B978-40A8-8884-28EC142E2AF0}">
      <dgm:prSet/>
      <dgm:spPr/>
      <dgm:t>
        <a:bodyPr/>
        <a:lstStyle/>
        <a:p>
          <a:endParaRPr lang="en-US"/>
        </a:p>
      </dgm:t>
    </dgm:pt>
    <dgm:pt modelId="{EAAE99D8-A140-4105-90F1-255D72409DF7}" type="sibTrans" cxnId="{9DD433B8-B978-40A8-8884-28EC142E2AF0}">
      <dgm:prSet/>
      <dgm:spPr/>
      <dgm:t>
        <a:bodyPr/>
        <a:lstStyle/>
        <a:p>
          <a:endParaRPr lang="en-US"/>
        </a:p>
      </dgm:t>
    </dgm:pt>
    <dgm:pt modelId="{EED6EA18-7899-41D1-98C2-3EA94D2689FC}">
      <dgm:prSet/>
      <dgm:spPr/>
      <dgm:t>
        <a:bodyPr/>
        <a:lstStyle/>
        <a:p>
          <a:r>
            <a:rPr lang="da-DK" dirty="0"/>
            <a:t>Mulighederne</a:t>
          </a:r>
          <a:endParaRPr lang="en-US" dirty="0"/>
        </a:p>
      </dgm:t>
    </dgm:pt>
    <dgm:pt modelId="{74435C1E-DC2E-44CD-8E06-A3895F6A24BB}" type="parTrans" cxnId="{28C891AA-D832-4600-90D1-E8F5152BDF73}">
      <dgm:prSet/>
      <dgm:spPr/>
      <dgm:t>
        <a:bodyPr/>
        <a:lstStyle/>
        <a:p>
          <a:endParaRPr lang="en-US"/>
        </a:p>
      </dgm:t>
    </dgm:pt>
    <dgm:pt modelId="{9A2428E5-DC16-4922-B32A-1210ED96E3FE}" type="sibTrans" cxnId="{28C891AA-D832-4600-90D1-E8F5152BDF73}">
      <dgm:prSet/>
      <dgm:spPr/>
      <dgm:t>
        <a:bodyPr/>
        <a:lstStyle/>
        <a:p>
          <a:endParaRPr lang="en-US"/>
        </a:p>
      </dgm:t>
    </dgm:pt>
    <dgm:pt modelId="{885DD94F-4358-42B2-8A8A-050282A19774}">
      <dgm:prSet/>
      <dgm:spPr/>
      <dgm:t>
        <a:bodyPr/>
        <a:lstStyle/>
        <a:p>
          <a:r>
            <a:rPr lang="da-DK" dirty="0"/>
            <a:t>Løsning</a:t>
          </a:r>
          <a:endParaRPr lang="en-US" dirty="0"/>
        </a:p>
      </dgm:t>
    </dgm:pt>
    <dgm:pt modelId="{28553113-7023-40CE-B584-6D246F5A1F22}" type="parTrans" cxnId="{3847B604-5BC1-4CB5-A8E4-DE448D89A109}">
      <dgm:prSet/>
      <dgm:spPr/>
      <dgm:t>
        <a:bodyPr/>
        <a:lstStyle/>
        <a:p>
          <a:endParaRPr lang="en-US"/>
        </a:p>
      </dgm:t>
    </dgm:pt>
    <dgm:pt modelId="{B37CDD13-06C4-4FB1-9630-05CE735FA2C6}" type="sibTrans" cxnId="{3847B604-5BC1-4CB5-A8E4-DE448D89A109}">
      <dgm:prSet/>
      <dgm:spPr/>
      <dgm:t>
        <a:bodyPr/>
        <a:lstStyle/>
        <a:p>
          <a:endParaRPr lang="en-US"/>
        </a:p>
      </dgm:t>
    </dgm:pt>
    <dgm:pt modelId="{63EF80D3-A481-41C6-983B-A9045C2B427E}" type="pres">
      <dgm:prSet presAssocID="{E8C8B44B-D8B5-4D79-944E-76459E5BDE17}" presName="vert0" presStyleCnt="0">
        <dgm:presLayoutVars>
          <dgm:dir/>
          <dgm:animOne val="branch"/>
          <dgm:animLvl val="lvl"/>
        </dgm:presLayoutVars>
      </dgm:prSet>
      <dgm:spPr/>
    </dgm:pt>
    <dgm:pt modelId="{FA0A67B3-52E4-44C9-BC40-6CE506AFD3E1}" type="pres">
      <dgm:prSet presAssocID="{A85A06ED-7B4C-4B04-82D9-20BA55DA855F}" presName="thickLine" presStyleLbl="alignNode1" presStyleIdx="0" presStyleCnt="3"/>
      <dgm:spPr/>
    </dgm:pt>
    <dgm:pt modelId="{DF47B3EB-E9CC-41FF-B616-836C9788DD3F}" type="pres">
      <dgm:prSet presAssocID="{A85A06ED-7B4C-4B04-82D9-20BA55DA855F}" presName="horz1" presStyleCnt="0"/>
      <dgm:spPr/>
    </dgm:pt>
    <dgm:pt modelId="{4AD7AB32-8428-4252-A34F-77AFE27F0922}" type="pres">
      <dgm:prSet presAssocID="{A85A06ED-7B4C-4B04-82D9-20BA55DA855F}" presName="tx1" presStyleLbl="revTx" presStyleIdx="0" presStyleCnt="3"/>
      <dgm:spPr/>
    </dgm:pt>
    <dgm:pt modelId="{F4316F8B-1D26-46FC-A86A-E9A5D8A6880C}" type="pres">
      <dgm:prSet presAssocID="{A85A06ED-7B4C-4B04-82D9-20BA55DA855F}" presName="vert1" presStyleCnt="0"/>
      <dgm:spPr/>
    </dgm:pt>
    <dgm:pt modelId="{A7CC5DE7-B177-4C4C-A8C3-773C7A7F50E1}" type="pres">
      <dgm:prSet presAssocID="{EED6EA18-7899-41D1-98C2-3EA94D2689FC}" presName="thickLine" presStyleLbl="alignNode1" presStyleIdx="1" presStyleCnt="3"/>
      <dgm:spPr/>
    </dgm:pt>
    <dgm:pt modelId="{C880F00E-0D4C-4DD7-8413-EE8BB5B9049A}" type="pres">
      <dgm:prSet presAssocID="{EED6EA18-7899-41D1-98C2-3EA94D2689FC}" presName="horz1" presStyleCnt="0"/>
      <dgm:spPr/>
    </dgm:pt>
    <dgm:pt modelId="{EC5B4F80-DDB3-4161-A6A6-A81E6A5F2DE4}" type="pres">
      <dgm:prSet presAssocID="{EED6EA18-7899-41D1-98C2-3EA94D2689FC}" presName="tx1" presStyleLbl="revTx" presStyleIdx="1" presStyleCnt="3"/>
      <dgm:spPr/>
    </dgm:pt>
    <dgm:pt modelId="{D7ABFB1F-8208-4BE3-BA84-1C89F9725B62}" type="pres">
      <dgm:prSet presAssocID="{EED6EA18-7899-41D1-98C2-3EA94D2689FC}" presName="vert1" presStyleCnt="0"/>
      <dgm:spPr/>
    </dgm:pt>
    <dgm:pt modelId="{BC581974-7FBB-4DED-B976-E23DDEFB82D5}" type="pres">
      <dgm:prSet presAssocID="{885DD94F-4358-42B2-8A8A-050282A19774}" presName="thickLine" presStyleLbl="alignNode1" presStyleIdx="2" presStyleCnt="3"/>
      <dgm:spPr/>
    </dgm:pt>
    <dgm:pt modelId="{7D0E14D8-70B1-4699-8410-F8B603FD9A7D}" type="pres">
      <dgm:prSet presAssocID="{885DD94F-4358-42B2-8A8A-050282A19774}" presName="horz1" presStyleCnt="0"/>
      <dgm:spPr/>
    </dgm:pt>
    <dgm:pt modelId="{87069D58-840A-4EAE-B312-56A36B38454C}" type="pres">
      <dgm:prSet presAssocID="{885DD94F-4358-42B2-8A8A-050282A19774}" presName="tx1" presStyleLbl="revTx" presStyleIdx="2" presStyleCnt="3"/>
      <dgm:spPr/>
    </dgm:pt>
    <dgm:pt modelId="{735948AD-8EA2-4CB3-A8CF-6C85AF70AF7D}" type="pres">
      <dgm:prSet presAssocID="{885DD94F-4358-42B2-8A8A-050282A19774}" presName="vert1" presStyleCnt="0"/>
      <dgm:spPr/>
    </dgm:pt>
  </dgm:ptLst>
  <dgm:cxnLst>
    <dgm:cxn modelId="{3847B604-5BC1-4CB5-A8E4-DE448D89A109}" srcId="{E8C8B44B-D8B5-4D79-944E-76459E5BDE17}" destId="{885DD94F-4358-42B2-8A8A-050282A19774}" srcOrd="2" destOrd="0" parTransId="{28553113-7023-40CE-B584-6D246F5A1F22}" sibTransId="{B37CDD13-06C4-4FB1-9630-05CE735FA2C6}"/>
    <dgm:cxn modelId="{05A5317B-9178-47BA-BB3E-18EF3DDBD770}" type="presOf" srcId="{885DD94F-4358-42B2-8A8A-050282A19774}" destId="{87069D58-840A-4EAE-B312-56A36B38454C}" srcOrd="0" destOrd="0" presId="urn:microsoft.com/office/officeart/2008/layout/LinedList"/>
    <dgm:cxn modelId="{67ADBE85-23DA-4900-90DA-A1B1E76D1E2A}" type="presOf" srcId="{EED6EA18-7899-41D1-98C2-3EA94D2689FC}" destId="{EC5B4F80-DDB3-4161-A6A6-A81E6A5F2DE4}" srcOrd="0" destOrd="0" presId="urn:microsoft.com/office/officeart/2008/layout/LinedList"/>
    <dgm:cxn modelId="{648A5692-B51C-481E-86C4-E6788EF98091}" type="presOf" srcId="{E8C8B44B-D8B5-4D79-944E-76459E5BDE17}" destId="{63EF80D3-A481-41C6-983B-A9045C2B427E}" srcOrd="0" destOrd="0" presId="urn:microsoft.com/office/officeart/2008/layout/LinedList"/>
    <dgm:cxn modelId="{28C891AA-D832-4600-90D1-E8F5152BDF73}" srcId="{E8C8B44B-D8B5-4D79-944E-76459E5BDE17}" destId="{EED6EA18-7899-41D1-98C2-3EA94D2689FC}" srcOrd="1" destOrd="0" parTransId="{74435C1E-DC2E-44CD-8E06-A3895F6A24BB}" sibTransId="{9A2428E5-DC16-4922-B32A-1210ED96E3FE}"/>
    <dgm:cxn modelId="{9DD433B8-B978-40A8-8884-28EC142E2AF0}" srcId="{E8C8B44B-D8B5-4D79-944E-76459E5BDE17}" destId="{A85A06ED-7B4C-4B04-82D9-20BA55DA855F}" srcOrd="0" destOrd="0" parTransId="{C5601A3E-1A2F-4952-A55A-35A23B48830C}" sibTransId="{EAAE99D8-A140-4105-90F1-255D72409DF7}"/>
    <dgm:cxn modelId="{C663D4C5-E764-478B-A700-DBD2E308BA86}" type="presOf" srcId="{A85A06ED-7B4C-4B04-82D9-20BA55DA855F}" destId="{4AD7AB32-8428-4252-A34F-77AFE27F0922}" srcOrd="0" destOrd="0" presId="urn:microsoft.com/office/officeart/2008/layout/LinedList"/>
    <dgm:cxn modelId="{96D72FD1-AA1E-404E-8BD7-8A7AAB06319B}" type="presParOf" srcId="{63EF80D3-A481-41C6-983B-A9045C2B427E}" destId="{FA0A67B3-52E4-44C9-BC40-6CE506AFD3E1}" srcOrd="0" destOrd="0" presId="urn:microsoft.com/office/officeart/2008/layout/LinedList"/>
    <dgm:cxn modelId="{71D0C66F-E909-465C-9D56-B436920EF88F}" type="presParOf" srcId="{63EF80D3-A481-41C6-983B-A9045C2B427E}" destId="{DF47B3EB-E9CC-41FF-B616-836C9788DD3F}" srcOrd="1" destOrd="0" presId="urn:microsoft.com/office/officeart/2008/layout/LinedList"/>
    <dgm:cxn modelId="{A9DE6348-90D5-408B-A371-919DAF4B0218}" type="presParOf" srcId="{DF47B3EB-E9CC-41FF-B616-836C9788DD3F}" destId="{4AD7AB32-8428-4252-A34F-77AFE27F0922}" srcOrd="0" destOrd="0" presId="urn:microsoft.com/office/officeart/2008/layout/LinedList"/>
    <dgm:cxn modelId="{2FF94314-1932-4841-9E67-6D31AEC42F86}" type="presParOf" srcId="{DF47B3EB-E9CC-41FF-B616-836C9788DD3F}" destId="{F4316F8B-1D26-46FC-A86A-E9A5D8A6880C}" srcOrd="1" destOrd="0" presId="urn:microsoft.com/office/officeart/2008/layout/LinedList"/>
    <dgm:cxn modelId="{75BD2DB7-545E-42EE-906E-3CDCF3C82FDD}" type="presParOf" srcId="{63EF80D3-A481-41C6-983B-A9045C2B427E}" destId="{A7CC5DE7-B177-4C4C-A8C3-773C7A7F50E1}" srcOrd="2" destOrd="0" presId="urn:microsoft.com/office/officeart/2008/layout/LinedList"/>
    <dgm:cxn modelId="{D5EEE210-2D58-47F4-8C8E-3CADE9096E9F}" type="presParOf" srcId="{63EF80D3-A481-41C6-983B-A9045C2B427E}" destId="{C880F00E-0D4C-4DD7-8413-EE8BB5B9049A}" srcOrd="3" destOrd="0" presId="urn:microsoft.com/office/officeart/2008/layout/LinedList"/>
    <dgm:cxn modelId="{FC818C29-D90C-4FB5-9F6D-CDFE8DE547A9}" type="presParOf" srcId="{C880F00E-0D4C-4DD7-8413-EE8BB5B9049A}" destId="{EC5B4F80-DDB3-4161-A6A6-A81E6A5F2DE4}" srcOrd="0" destOrd="0" presId="urn:microsoft.com/office/officeart/2008/layout/LinedList"/>
    <dgm:cxn modelId="{269D28B0-B389-4BA0-89D8-0F2FD71BC95A}" type="presParOf" srcId="{C880F00E-0D4C-4DD7-8413-EE8BB5B9049A}" destId="{D7ABFB1F-8208-4BE3-BA84-1C89F9725B62}" srcOrd="1" destOrd="0" presId="urn:microsoft.com/office/officeart/2008/layout/LinedList"/>
    <dgm:cxn modelId="{97FB4690-8A15-4B6E-9332-B9A0033464C3}" type="presParOf" srcId="{63EF80D3-A481-41C6-983B-A9045C2B427E}" destId="{BC581974-7FBB-4DED-B976-E23DDEFB82D5}" srcOrd="4" destOrd="0" presId="urn:microsoft.com/office/officeart/2008/layout/LinedList"/>
    <dgm:cxn modelId="{CB1FCC54-C9CF-446D-9265-42A5FC230D15}" type="presParOf" srcId="{63EF80D3-A481-41C6-983B-A9045C2B427E}" destId="{7D0E14D8-70B1-4699-8410-F8B603FD9A7D}" srcOrd="5" destOrd="0" presId="urn:microsoft.com/office/officeart/2008/layout/LinedList"/>
    <dgm:cxn modelId="{6D0B7389-F47A-4944-9737-AFF584C9523E}" type="presParOf" srcId="{7D0E14D8-70B1-4699-8410-F8B603FD9A7D}" destId="{87069D58-840A-4EAE-B312-56A36B38454C}" srcOrd="0" destOrd="0" presId="urn:microsoft.com/office/officeart/2008/layout/LinedList"/>
    <dgm:cxn modelId="{17BB75CA-6A9E-4304-8CAD-9DB7D635704C}" type="presParOf" srcId="{7D0E14D8-70B1-4699-8410-F8B603FD9A7D}" destId="{735948AD-8EA2-4CB3-A8CF-6C85AF70AF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0A09A5-7261-4EF6-AE33-135B19705BB1}" type="doc">
      <dgm:prSet loTypeId="urn:microsoft.com/office/officeart/2005/8/layout/vProcess5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F3C81CC-892C-46EE-A47C-45AA9980E706}">
      <dgm:prSet/>
      <dgm:spPr/>
      <dgm:t>
        <a:bodyPr/>
        <a:lstStyle/>
        <a:p>
          <a:r>
            <a:rPr lang="da-DK" dirty="0"/>
            <a:t>Afklare løsningsmuligheder</a:t>
          </a:r>
          <a:endParaRPr lang="en-US" dirty="0"/>
        </a:p>
      </dgm:t>
    </dgm:pt>
    <dgm:pt modelId="{530725F4-6063-4431-B3FB-4777B95566D9}" type="parTrans" cxnId="{144A87E7-C633-4F55-A057-C5C1906EE556}">
      <dgm:prSet/>
      <dgm:spPr/>
      <dgm:t>
        <a:bodyPr/>
        <a:lstStyle/>
        <a:p>
          <a:endParaRPr lang="en-US"/>
        </a:p>
      </dgm:t>
    </dgm:pt>
    <dgm:pt modelId="{54800D31-0DA9-4A81-81DD-7BFCF879A43C}" type="sibTrans" cxnId="{144A87E7-C633-4F55-A057-C5C1906EE556}">
      <dgm:prSet/>
      <dgm:spPr/>
      <dgm:t>
        <a:bodyPr/>
        <a:lstStyle/>
        <a:p>
          <a:endParaRPr lang="en-US"/>
        </a:p>
      </dgm:t>
    </dgm:pt>
    <dgm:pt modelId="{9C513D87-721F-47AC-B0F4-865EDBFD2044}">
      <dgm:prSet/>
      <dgm:spPr/>
      <dgm:t>
        <a:bodyPr/>
        <a:lstStyle/>
        <a:p>
          <a:r>
            <a:rPr lang="da-DK"/>
            <a:t>Interview</a:t>
          </a:r>
          <a:endParaRPr lang="en-US"/>
        </a:p>
      </dgm:t>
    </dgm:pt>
    <dgm:pt modelId="{D564CB28-01C5-4D8F-BFE2-ACD80F2F3B84}" type="parTrans" cxnId="{500033FE-D150-4236-A952-CA4B596024C1}">
      <dgm:prSet/>
      <dgm:spPr/>
      <dgm:t>
        <a:bodyPr/>
        <a:lstStyle/>
        <a:p>
          <a:endParaRPr lang="en-US"/>
        </a:p>
      </dgm:t>
    </dgm:pt>
    <dgm:pt modelId="{204FB8F1-DDF5-404C-9A13-48256C14EB46}" type="sibTrans" cxnId="{500033FE-D150-4236-A952-CA4B596024C1}">
      <dgm:prSet/>
      <dgm:spPr/>
      <dgm:t>
        <a:bodyPr/>
        <a:lstStyle/>
        <a:p>
          <a:endParaRPr lang="en-US"/>
        </a:p>
      </dgm:t>
    </dgm:pt>
    <dgm:pt modelId="{65DABA27-2ECC-49B9-8124-FD3FA0465FE5}">
      <dgm:prSet/>
      <dgm:spPr/>
      <dgm:t>
        <a:bodyPr/>
        <a:lstStyle/>
        <a:p>
          <a:r>
            <a:rPr lang="da-DK"/>
            <a:t>Cykler</a:t>
          </a:r>
          <a:endParaRPr lang="en-US"/>
        </a:p>
      </dgm:t>
    </dgm:pt>
    <dgm:pt modelId="{75385AD3-ACCD-4727-99CC-84C988404BE2}" type="parTrans" cxnId="{0C30CEB8-E163-4AD1-AC97-2F03D5BD96E9}">
      <dgm:prSet/>
      <dgm:spPr/>
      <dgm:t>
        <a:bodyPr/>
        <a:lstStyle/>
        <a:p>
          <a:endParaRPr lang="en-US"/>
        </a:p>
      </dgm:t>
    </dgm:pt>
    <dgm:pt modelId="{443E7692-F0A1-4B2C-87AA-D19B95797247}" type="sibTrans" cxnId="{0C30CEB8-E163-4AD1-AC97-2F03D5BD96E9}">
      <dgm:prSet/>
      <dgm:spPr/>
      <dgm:t>
        <a:bodyPr/>
        <a:lstStyle/>
        <a:p>
          <a:endParaRPr lang="en-US"/>
        </a:p>
      </dgm:t>
    </dgm:pt>
    <dgm:pt modelId="{42CC2DD0-5102-4B7A-9B8C-E212E5D2DAAC}">
      <dgm:prSet/>
      <dgm:spPr/>
      <dgm:t>
        <a:bodyPr/>
        <a:lstStyle/>
        <a:p>
          <a:r>
            <a:rPr lang="da-DK"/>
            <a:t>Online applikation</a:t>
          </a:r>
          <a:endParaRPr lang="en-US"/>
        </a:p>
      </dgm:t>
    </dgm:pt>
    <dgm:pt modelId="{D0BF7828-CCFA-4387-964C-52BE055FB8E3}" type="parTrans" cxnId="{3B5BA8CE-2E2D-43EF-9A6A-0C3736E83511}">
      <dgm:prSet/>
      <dgm:spPr/>
      <dgm:t>
        <a:bodyPr/>
        <a:lstStyle/>
        <a:p>
          <a:endParaRPr lang="en-US"/>
        </a:p>
      </dgm:t>
    </dgm:pt>
    <dgm:pt modelId="{4F40854B-DF35-4EAE-8A8A-0BE00E4AEE3F}" type="sibTrans" cxnId="{3B5BA8CE-2E2D-43EF-9A6A-0C3736E83511}">
      <dgm:prSet/>
      <dgm:spPr/>
      <dgm:t>
        <a:bodyPr/>
        <a:lstStyle/>
        <a:p>
          <a:endParaRPr lang="en-US"/>
        </a:p>
      </dgm:t>
    </dgm:pt>
    <dgm:pt modelId="{A9BA9512-F9A0-41DC-B8EF-33F7156C1D24}">
      <dgm:prSet/>
      <dgm:spPr/>
      <dgm:t>
        <a:bodyPr/>
        <a:lstStyle/>
        <a:p>
          <a:r>
            <a:rPr lang="da-DK"/>
            <a:t>Revurdering</a:t>
          </a:r>
          <a:endParaRPr lang="en-US"/>
        </a:p>
      </dgm:t>
    </dgm:pt>
    <dgm:pt modelId="{85A0EBE4-697D-4986-A2A7-851AC1FD67E5}" type="parTrans" cxnId="{9ED46AA9-AE9C-43B0-8F4B-09B9B04B0115}">
      <dgm:prSet/>
      <dgm:spPr/>
      <dgm:t>
        <a:bodyPr/>
        <a:lstStyle/>
        <a:p>
          <a:endParaRPr lang="en-US"/>
        </a:p>
      </dgm:t>
    </dgm:pt>
    <dgm:pt modelId="{74623FCB-7869-48DB-A848-9A41F133B5D4}" type="sibTrans" cxnId="{9ED46AA9-AE9C-43B0-8F4B-09B9B04B0115}">
      <dgm:prSet/>
      <dgm:spPr/>
      <dgm:t>
        <a:bodyPr/>
        <a:lstStyle/>
        <a:p>
          <a:endParaRPr lang="en-US"/>
        </a:p>
      </dgm:t>
    </dgm:pt>
    <dgm:pt modelId="{4FDB132E-71FF-4903-86DA-1571227E3FEF}" type="pres">
      <dgm:prSet presAssocID="{530A09A5-7261-4EF6-AE33-135B19705BB1}" presName="outerComposite" presStyleCnt="0">
        <dgm:presLayoutVars>
          <dgm:chMax val="5"/>
          <dgm:dir/>
          <dgm:resizeHandles val="exact"/>
        </dgm:presLayoutVars>
      </dgm:prSet>
      <dgm:spPr/>
    </dgm:pt>
    <dgm:pt modelId="{177671B4-54C8-4FA8-A451-D9450CE451C0}" type="pres">
      <dgm:prSet presAssocID="{530A09A5-7261-4EF6-AE33-135B19705BB1}" presName="dummyMaxCanvas" presStyleCnt="0">
        <dgm:presLayoutVars/>
      </dgm:prSet>
      <dgm:spPr/>
    </dgm:pt>
    <dgm:pt modelId="{165205EF-3AB5-45BE-BCA7-93979AF27B26}" type="pres">
      <dgm:prSet presAssocID="{530A09A5-7261-4EF6-AE33-135B19705BB1}" presName="FiveNodes_1" presStyleLbl="node1" presStyleIdx="0" presStyleCnt="5">
        <dgm:presLayoutVars>
          <dgm:bulletEnabled val="1"/>
        </dgm:presLayoutVars>
      </dgm:prSet>
      <dgm:spPr/>
    </dgm:pt>
    <dgm:pt modelId="{166A8254-A01D-4856-B77A-3D5809BEA95C}" type="pres">
      <dgm:prSet presAssocID="{530A09A5-7261-4EF6-AE33-135B19705BB1}" presName="FiveNodes_2" presStyleLbl="node1" presStyleIdx="1" presStyleCnt="5">
        <dgm:presLayoutVars>
          <dgm:bulletEnabled val="1"/>
        </dgm:presLayoutVars>
      </dgm:prSet>
      <dgm:spPr/>
    </dgm:pt>
    <dgm:pt modelId="{502406F8-052A-4319-A787-C17EAC9CC5C7}" type="pres">
      <dgm:prSet presAssocID="{530A09A5-7261-4EF6-AE33-135B19705BB1}" presName="FiveNodes_3" presStyleLbl="node1" presStyleIdx="2" presStyleCnt="5">
        <dgm:presLayoutVars>
          <dgm:bulletEnabled val="1"/>
        </dgm:presLayoutVars>
      </dgm:prSet>
      <dgm:spPr/>
    </dgm:pt>
    <dgm:pt modelId="{3D8515FB-B895-4206-A890-CE5214F55E8B}" type="pres">
      <dgm:prSet presAssocID="{530A09A5-7261-4EF6-AE33-135B19705BB1}" presName="FiveNodes_4" presStyleLbl="node1" presStyleIdx="3" presStyleCnt="5">
        <dgm:presLayoutVars>
          <dgm:bulletEnabled val="1"/>
        </dgm:presLayoutVars>
      </dgm:prSet>
      <dgm:spPr/>
    </dgm:pt>
    <dgm:pt modelId="{B19A6198-0F95-460D-A8C9-5E11B07C52E8}" type="pres">
      <dgm:prSet presAssocID="{530A09A5-7261-4EF6-AE33-135B19705BB1}" presName="FiveNodes_5" presStyleLbl="node1" presStyleIdx="4" presStyleCnt="5">
        <dgm:presLayoutVars>
          <dgm:bulletEnabled val="1"/>
        </dgm:presLayoutVars>
      </dgm:prSet>
      <dgm:spPr/>
    </dgm:pt>
    <dgm:pt modelId="{64611614-98B1-405F-9786-6A0573160409}" type="pres">
      <dgm:prSet presAssocID="{530A09A5-7261-4EF6-AE33-135B19705BB1}" presName="FiveConn_1-2" presStyleLbl="fgAccFollowNode1" presStyleIdx="0" presStyleCnt="4">
        <dgm:presLayoutVars>
          <dgm:bulletEnabled val="1"/>
        </dgm:presLayoutVars>
      </dgm:prSet>
      <dgm:spPr/>
    </dgm:pt>
    <dgm:pt modelId="{BB319919-A046-4544-B6C9-D021B62964E8}" type="pres">
      <dgm:prSet presAssocID="{530A09A5-7261-4EF6-AE33-135B19705BB1}" presName="FiveConn_2-3" presStyleLbl="fgAccFollowNode1" presStyleIdx="1" presStyleCnt="4">
        <dgm:presLayoutVars>
          <dgm:bulletEnabled val="1"/>
        </dgm:presLayoutVars>
      </dgm:prSet>
      <dgm:spPr/>
    </dgm:pt>
    <dgm:pt modelId="{25F3E8A3-923A-447F-BD4C-A034166AD4CA}" type="pres">
      <dgm:prSet presAssocID="{530A09A5-7261-4EF6-AE33-135B19705BB1}" presName="FiveConn_3-4" presStyleLbl="fgAccFollowNode1" presStyleIdx="2" presStyleCnt="4">
        <dgm:presLayoutVars>
          <dgm:bulletEnabled val="1"/>
        </dgm:presLayoutVars>
      </dgm:prSet>
      <dgm:spPr/>
    </dgm:pt>
    <dgm:pt modelId="{DF820D1C-D2B0-4300-B4BB-7C4F39169C7E}" type="pres">
      <dgm:prSet presAssocID="{530A09A5-7261-4EF6-AE33-135B19705BB1}" presName="FiveConn_4-5" presStyleLbl="fgAccFollowNode1" presStyleIdx="3" presStyleCnt="4">
        <dgm:presLayoutVars>
          <dgm:bulletEnabled val="1"/>
        </dgm:presLayoutVars>
      </dgm:prSet>
      <dgm:spPr/>
    </dgm:pt>
    <dgm:pt modelId="{420D51ED-3AA6-44DB-ABFC-B7B607642EBF}" type="pres">
      <dgm:prSet presAssocID="{530A09A5-7261-4EF6-AE33-135B19705BB1}" presName="FiveNodes_1_text" presStyleLbl="node1" presStyleIdx="4" presStyleCnt="5">
        <dgm:presLayoutVars>
          <dgm:bulletEnabled val="1"/>
        </dgm:presLayoutVars>
      </dgm:prSet>
      <dgm:spPr/>
    </dgm:pt>
    <dgm:pt modelId="{3057E6DA-CF11-445D-9B0A-C248730EC25F}" type="pres">
      <dgm:prSet presAssocID="{530A09A5-7261-4EF6-AE33-135B19705BB1}" presName="FiveNodes_2_text" presStyleLbl="node1" presStyleIdx="4" presStyleCnt="5">
        <dgm:presLayoutVars>
          <dgm:bulletEnabled val="1"/>
        </dgm:presLayoutVars>
      </dgm:prSet>
      <dgm:spPr/>
    </dgm:pt>
    <dgm:pt modelId="{19565375-6804-492D-8536-CDFDE2CB4961}" type="pres">
      <dgm:prSet presAssocID="{530A09A5-7261-4EF6-AE33-135B19705BB1}" presName="FiveNodes_3_text" presStyleLbl="node1" presStyleIdx="4" presStyleCnt="5">
        <dgm:presLayoutVars>
          <dgm:bulletEnabled val="1"/>
        </dgm:presLayoutVars>
      </dgm:prSet>
      <dgm:spPr/>
    </dgm:pt>
    <dgm:pt modelId="{11361A51-7E9E-45C7-BC33-EA1E9CB1DF99}" type="pres">
      <dgm:prSet presAssocID="{530A09A5-7261-4EF6-AE33-135B19705BB1}" presName="FiveNodes_4_text" presStyleLbl="node1" presStyleIdx="4" presStyleCnt="5">
        <dgm:presLayoutVars>
          <dgm:bulletEnabled val="1"/>
        </dgm:presLayoutVars>
      </dgm:prSet>
      <dgm:spPr/>
    </dgm:pt>
    <dgm:pt modelId="{A3A81FD2-6402-4D95-B802-565C673ED1EC}" type="pres">
      <dgm:prSet presAssocID="{530A09A5-7261-4EF6-AE33-135B19705BB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62FBC10-EB41-4DBC-B904-FCCBC93E9289}" type="presOf" srcId="{A9BA9512-F9A0-41DC-B8EF-33F7156C1D24}" destId="{B19A6198-0F95-460D-A8C9-5E11B07C52E8}" srcOrd="0" destOrd="0" presId="urn:microsoft.com/office/officeart/2005/8/layout/vProcess5"/>
    <dgm:cxn modelId="{15D6B713-C7DA-4581-A3BC-D3C66D780425}" type="presOf" srcId="{4F40854B-DF35-4EAE-8A8A-0BE00E4AEE3F}" destId="{DF820D1C-D2B0-4300-B4BB-7C4F39169C7E}" srcOrd="0" destOrd="0" presId="urn:microsoft.com/office/officeart/2005/8/layout/vProcess5"/>
    <dgm:cxn modelId="{8833E218-38DF-49E3-B6BC-AD6E8B64E69B}" type="presOf" srcId="{3F3C81CC-892C-46EE-A47C-45AA9980E706}" destId="{165205EF-3AB5-45BE-BCA7-93979AF27B26}" srcOrd="0" destOrd="0" presId="urn:microsoft.com/office/officeart/2005/8/layout/vProcess5"/>
    <dgm:cxn modelId="{FD52E85F-5313-43D5-8319-F19489BD4A46}" type="presOf" srcId="{65DABA27-2ECC-49B9-8124-FD3FA0465FE5}" destId="{19565375-6804-492D-8536-CDFDE2CB4961}" srcOrd="1" destOrd="0" presId="urn:microsoft.com/office/officeart/2005/8/layout/vProcess5"/>
    <dgm:cxn modelId="{7E1C2357-FB7F-4883-A002-927CEFD849AF}" type="presOf" srcId="{9C513D87-721F-47AC-B0F4-865EDBFD2044}" destId="{3057E6DA-CF11-445D-9B0A-C248730EC25F}" srcOrd="1" destOrd="0" presId="urn:microsoft.com/office/officeart/2005/8/layout/vProcess5"/>
    <dgm:cxn modelId="{CCFDCF9A-DBA5-4CF2-AEE4-018084E9DDE2}" type="presOf" srcId="{530A09A5-7261-4EF6-AE33-135B19705BB1}" destId="{4FDB132E-71FF-4903-86DA-1571227E3FEF}" srcOrd="0" destOrd="0" presId="urn:microsoft.com/office/officeart/2005/8/layout/vProcess5"/>
    <dgm:cxn modelId="{9AE6199C-01DF-4FB5-8FF4-D16B66642CB0}" type="presOf" srcId="{65DABA27-2ECC-49B9-8124-FD3FA0465FE5}" destId="{502406F8-052A-4319-A787-C17EAC9CC5C7}" srcOrd="0" destOrd="0" presId="urn:microsoft.com/office/officeart/2005/8/layout/vProcess5"/>
    <dgm:cxn modelId="{9ED46AA9-AE9C-43B0-8F4B-09B9B04B0115}" srcId="{530A09A5-7261-4EF6-AE33-135B19705BB1}" destId="{A9BA9512-F9A0-41DC-B8EF-33F7156C1D24}" srcOrd="4" destOrd="0" parTransId="{85A0EBE4-697D-4986-A2A7-851AC1FD67E5}" sibTransId="{74623FCB-7869-48DB-A848-9A41F133B5D4}"/>
    <dgm:cxn modelId="{31D326AF-BE6E-4617-96A0-2E89F75B1A6F}" type="presOf" srcId="{443E7692-F0A1-4B2C-87AA-D19B95797247}" destId="{25F3E8A3-923A-447F-BD4C-A034166AD4CA}" srcOrd="0" destOrd="0" presId="urn:microsoft.com/office/officeart/2005/8/layout/vProcess5"/>
    <dgm:cxn modelId="{DF8F5CB3-DCA7-42A0-8C73-6B87BE1825D3}" type="presOf" srcId="{3F3C81CC-892C-46EE-A47C-45AA9980E706}" destId="{420D51ED-3AA6-44DB-ABFC-B7B607642EBF}" srcOrd="1" destOrd="0" presId="urn:microsoft.com/office/officeart/2005/8/layout/vProcess5"/>
    <dgm:cxn modelId="{0C30CEB8-E163-4AD1-AC97-2F03D5BD96E9}" srcId="{530A09A5-7261-4EF6-AE33-135B19705BB1}" destId="{65DABA27-2ECC-49B9-8124-FD3FA0465FE5}" srcOrd="2" destOrd="0" parTransId="{75385AD3-ACCD-4727-99CC-84C988404BE2}" sibTransId="{443E7692-F0A1-4B2C-87AA-D19B95797247}"/>
    <dgm:cxn modelId="{296E14CB-4733-4E22-91A2-AD55A7D2B0CC}" type="presOf" srcId="{42CC2DD0-5102-4B7A-9B8C-E212E5D2DAAC}" destId="{11361A51-7E9E-45C7-BC33-EA1E9CB1DF99}" srcOrd="1" destOrd="0" presId="urn:microsoft.com/office/officeart/2005/8/layout/vProcess5"/>
    <dgm:cxn modelId="{27C4BACD-C535-4BD3-BBD9-8D38556F82DF}" type="presOf" srcId="{54800D31-0DA9-4A81-81DD-7BFCF879A43C}" destId="{64611614-98B1-405F-9786-6A0573160409}" srcOrd="0" destOrd="0" presId="urn:microsoft.com/office/officeart/2005/8/layout/vProcess5"/>
    <dgm:cxn modelId="{3B5BA8CE-2E2D-43EF-9A6A-0C3736E83511}" srcId="{530A09A5-7261-4EF6-AE33-135B19705BB1}" destId="{42CC2DD0-5102-4B7A-9B8C-E212E5D2DAAC}" srcOrd="3" destOrd="0" parTransId="{D0BF7828-CCFA-4387-964C-52BE055FB8E3}" sibTransId="{4F40854B-DF35-4EAE-8A8A-0BE00E4AEE3F}"/>
    <dgm:cxn modelId="{BB4CA2D6-6A5A-491C-B816-845DEEB019AF}" type="presOf" srcId="{42CC2DD0-5102-4B7A-9B8C-E212E5D2DAAC}" destId="{3D8515FB-B895-4206-A890-CE5214F55E8B}" srcOrd="0" destOrd="0" presId="urn:microsoft.com/office/officeart/2005/8/layout/vProcess5"/>
    <dgm:cxn modelId="{62D6F0D8-9BEE-4A5D-AA79-56D18C1CB0A1}" type="presOf" srcId="{A9BA9512-F9A0-41DC-B8EF-33F7156C1D24}" destId="{A3A81FD2-6402-4D95-B802-565C673ED1EC}" srcOrd="1" destOrd="0" presId="urn:microsoft.com/office/officeart/2005/8/layout/vProcess5"/>
    <dgm:cxn modelId="{2EA05BDB-0E3E-4438-8998-716575EE01EB}" type="presOf" srcId="{204FB8F1-DDF5-404C-9A13-48256C14EB46}" destId="{BB319919-A046-4544-B6C9-D021B62964E8}" srcOrd="0" destOrd="0" presId="urn:microsoft.com/office/officeart/2005/8/layout/vProcess5"/>
    <dgm:cxn modelId="{144A87E7-C633-4F55-A057-C5C1906EE556}" srcId="{530A09A5-7261-4EF6-AE33-135B19705BB1}" destId="{3F3C81CC-892C-46EE-A47C-45AA9980E706}" srcOrd="0" destOrd="0" parTransId="{530725F4-6063-4431-B3FB-4777B95566D9}" sibTransId="{54800D31-0DA9-4A81-81DD-7BFCF879A43C}"/>
    <dgm:cxn modelId="{AC075FFA-0323-4514-9563-33E43EB792ED}" type="presOf" srcId="{9C513D87-721F-47AC-B0F4-865EDBFD2044}" destId="{166A8254-A01D-4856-B77A-3D5809BEA95C}" srcOrd="0" destOrd="0" presId="urn:microsoft.com/office/officeart/2005/8/layout/vProcess5"/>
    <dgm:cxn modelId="{500033FE-D150-4236-A952-CA4B596024C1}" srcId="{530A09A5-7261-4EF6-AE33-135B19705BB1}" destId="{9C513D87-721F-47AC-B0F4-865EDBFD2044}" srcOrd="1" destOrd="0" parTransId="{D564CB28-01C5-4D8F-BFE2-ACD80F2F3B84}" sibTransId="{204FB8F1-DDF5-404C-9A13-48256C14EB46}"/>
    <dgm:cxn modelId="{02A2AE1D-6BFA-486F-A606-9D07956D0376}" type="presParOf" srcId="{4FDB132E-71FF-4903-86DA-1571227E3FEF}" destId="{177671B4-54C8-4FA8-A451-D9450CE451C0}" srcOrd="0" destOrd="0" presId="urn:microsoft.com/office/officeart/2005/8/layout/vProcess5"/>
    <dgm:cxn modelId="{1746F87E-5A35-48C3-87E5-A3442A8C632C}" type="presParOf" srcId="{4FDB132E-71FF-4903-86DA-1571227E3FEF}" destId="{165205EF-3AB5-45BE-BCA7-93979AF27B26}" srcOrd="1" destOrd="0" presId="urn:microsoft.com/office/officeart/2005/8/layout/vProcess5"/>
    <dgm:cxn modelId="{EACD3709-DB1D-44FB-B673-B7FDA8EBD733}" type="presParOf" srcId="{4FDB132E-71FF-4903-86DA-1571227E3FEF}" destId="{166A8254-A01D-4856-B77A-3D5809BEA95C}" srcOrd="2" destOrd="0" presId="urn:microsoft.com/office/officeart/2005/8/layout/vProcess5"/>
    <dgm:cxn modelId="{2DCB5409-FE8A-4608-9670-995E5663A95A}" type="presParOf" srcId="{4FDB132E-71FF-4903-86DA-1571227E3FEF}" destId="{502406F8-052A-4319-A787-C17EAC9CC5C7}" srcOrd="3" destOrd="0" presId="urn:microsoft.com/office/officeart/2005/8/layout/vProcess5"/>
    <dgm:cxn modelId="{857F66AE-7E41-4FD7-B88E-C62E8E0D6AB1}" type="presParOf" srcId="{4FDB132E-71FF-4903-86DA-1571227E3FEF}" destId="{3D8515FB-B895-4206-A890-CE5214F55E8B}" srcOrd="4" destOrd="0" presId="urn:microsoft.com/office/officeart/2005/8/layout/vProcess5"/>
    <dgm:cxn modelId="{FFB2504B-26F3-433C-B24C-5595E4313F28}" type="presParOf" srcId="{4FDB132E-71FF-4903-86DA-1571227E3FEF}" destId="{B19A6198-0F95-460D-A8C9-5E11B07C52E8}" srcOrd="5" destOrd="0" presId="urn:microsoft.com/office/officeart/2005/8/layout/vProcess5"/>
    <dgm:cxn modelId="{2443515F-02DA-4030-A56F-EB2F80E3CAD6}" type="presParOf" srcId="{4FDB132E-71FF-4903-86DA-1571227E3FEF}" destId="{64611614-98B1-405F-9786-6A0573160409}" srcOrd="6" destOrd="0" presId="urn:microsoft.com/office/officeart/2005/8/layout/vProcess5"/>
    <dgm:cxn modelId="{E5F4F468-A4B7-42DB-A28B-453061CC0BFE}" type="presParOf" srcId="{4FDB132E-71FF-4903-86DA-1571227E3FEF}" destId="{BB319919-A046-4544-B6C9-D021B62964E8}" srcOrd="7" destOrd="0" presId="urn:microsoft.com/office/officeart/2005/8/layout/vProcess5"/>
    <dgm:cxn modelId="{F08DFDE2-D73E-464E-95F7-9C094A9E7260}" type="presParOf" srcId="{4FDB132E-71FF-4903-86DA-1571227E3FEF}" destId="{25F3E8A3-923A-447F-BD4C-A034166AD4CA}" srcOrd="8" destOrd="0" presId="urn:microsoft.com/office/officeart/2005/8/layout/vProcess5"/>
    <dgm:cxn modelId="{24C15F3F-F825-4A4A-BBE7-25CBD33CFDDB}" type="presParOf" srcId="{4FDB132E-71FF-4903-86DA-1571227E3FEF}" destId="{DF820D1C-D2B0-4300-B4BB-7C4F39169C7E}" srcOrd="9" destOrd="0" presId="urn:microsoft.com/office/officeart/2005/8/layout/vProcess5"/>
    <dgm:cxn modelId="{54661AD7-0B2D-4BC2-AF4D-09C6F5AFD52A}" type="presParOf" srcId="{4FDB132E-71FF-4903-86DA-1571227E3FEF}" destId="{420D51ED-3AA6-44DB-ABFC-B7B607642EBF}" srcOrd="10" destOrd="0" presId="urn:microsoft.com/office/officeart/2005/8/layout/vProcess5"/>
    <dgm:cxn modelId="{3F24CC53-48BE-4D7A-9A9E-06752C226F28}" type="presParOf" srcId="{4FDB132E-71FF-4903-86DA-1571227E3FEF}" destId="{3057E6DA-CF11-445D-9B0A-C248730EC25F}" srcOrd="11" destOrd="0" presId="urn:microsoft.com/office/officeart/2005/8/layout/vProcess5"/>
    <dgm:cxn modelId="{6877307D-D83C-468D-8739-44E74C99CE2B}" type="presParOf" srcId="{4FDB132E-71FF-4903-86DA-1571227E3FEF}" destId="{19565375-6804-492D-8536-CDFDE2CB4961}" srcOrd="12" destOrd="0" presId="urn:microsoft.com/office/officeart/2005/8/layout/vProcess5"/>
    <dgm:cxn modelId="{4F216F61-0CBB-4A48-AAF2-EB40ACE0042F}" type="presParOf" srcId="{4FDB132E-71FF-4903-86DA-1571227E3FEF}" destId="{11361A51-7E9E-45C7-BC33-EA1E9CB1DF99}" srcOrd="13" destOrd="0" presId="urn:microsoft.com/office/officeart/2005/8/layout/vProcess5"/>
    <dgm:cxn modelId="{DD18447E-56BA-44B7-9B67-76CA6DBE2254}" type="presParOf" srcId="{4FDB132E-71FF-4903-86DA-1571227E3FEF}" destId="{A3A81FD2-6402-4D95-B802-565C673ED1E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D1A-E4E0-4BD4-9F0B-26AC7E80E57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EF5F71-77F3-448A-8F44-262D57BB8205}">
      <dgm:prSet/>
      <dgm:spPr/>
      <dgm:t>
        <a:bodyPr/>
        <a:lstStyle/>
        <a:p>
          <a:pPr>
            <a:defRPr cap="all"/>
          </a:pPr>
          <a:r>
            <a:rPr lang="da-DK"/>
            <a:t>Node.js</a:t>
          </a:r>
          <a:endParaRPr lang="en-US"/>
        </a:p>
      </dgm:t>
    </dgm:pt>
    <dgm:pt modelId="{B2210681-D5B4-4559-9A3C-91AC7E6B2F94}" type="parTrans" cxnId="{61CC3367-BBC1-4018-B022-7B3B7759C73B}">
      <dgm:prSet/>
      <dgm:spPr/>
      <dgm:t>
        <a:bodyPr/>
        <a:lstStyle/>
        <a:p>
          <a:endParaRPr lang="en-US"/>
        </a:p>
      </dgm:t>
    </dgm:pt>
    <dgm:pt modelId="{7D005A8A-44FC-4462-A755-96DB7B50488A}" type="sibTrans" cxnId="{61CC3367-BBC1-4018-B022-7B3B7759C73B}">
      <dgm:prSet/>
      <dgm:spPr/>
      <dgm:t>
        <a:bodyPr/>
        <a:lstStyle/>
        <a:p>
          <a:endParaRPr lang="en-US"/>
        </a:p>
      </dgm:t>
    </dgm:pt>
    <dgm:pt modelId="{51469009-A139-48A7-85F7-48B2E7C287B1}">
      <dgm:prSet/>
      <dgm:spPr/>
      <dgm:t>
        <a:bodyPr/>
        <a:lstStyle/>
        <a:p>
          <a:pPr>
            <a:defRPr cap="all"/>
          </a:pPr>
          <a:r>
            <a:rPr lang="da-DK"/>
            <a:t>PUG/ Sass</a:t>
          </a:r>
          <a:endParaRPr lang="en-US"/>
        </a:p>
      </dgm:t>
    </dgm:pt>
    <dgm:pt modelId="{DF3B7F9B-82C9-41F4-9370-749698012A32}" type="parTrans" cxnId="{B3A39B1E-04DA-4BCD-8866-A00FEB7D4F6A}">
      <dgm:prSet/>
      <dgm:spPr/>
      <dgm:t>
        <a:bodyPr/>
        <a:lstStyle/>
        <a:p>
          <a:endParaRPr lang="en-US"/>
        </a:p>
      </dgm:t>
    </dgm:pt>
    <dgm:pt modelId="{B7746B4F-720D-47BE-8F22-82D7DD8B978B}" type="sibTrans" cxnId="{B3A39B1E-04DA-4BCD-8866-A00FEB7D4F6A}">
      <dgm:prSet/>
      <dgm:spPr/>
      <dgm:t>
        <a:bodyPr/>
        <a:lstStyle/>
        <a:p>
          <a:endParaRPr lang="en-US"/>
        </a:p>
      </dgm:t>
    </dgm:pt>
    <dgm:pt modelId="{F449042F-396B-47C4-AC29-BAC2D4B0E8FC}">
      <dgm:prSet/>
      <dgm:spPr/>
      <dgm:t>
        <a:bodyPr/>
        <a:lstStyle/>
        <a:p>
          <a:pPr>
            <a:defRPr cap="all"/>
          </a:pPr>
          <a:r>
            <a:rPr lang="da-DK"/>
            <a:t>JavaScript</a:t>
          </a:r>
          <a:endParaRPr lang="en-US"/>
        </a:p>
      </dgm:t>
    </dgm:pt>
    <dgm:pt modelId="{12BCC985-8D90-4408-ADD6-ABB95F359002}" type="parTrans" cxnId="{CA1FAA7B-B300-4465-88EA-C1774FE2552D}">
      <dgm:prSet/>
      <dgm:spPr/>
      <dgm:t>
        <a:bodyPr/>
        <a:lstStyle/>
        <a:p>
          <a:endParaRPr lang="en-US"/>
        </a:p>
      </dgm:t>
    </dgm:pt>
    <dgm:pt modelId="{68911742-1CF4-4E86-A6F4-672A28B8EE54}" type="sibTrans" cxnId="{CA1FAA7B-B300-4465-88EA-C1774FE2552D}">
      <dgm:prSet/>
      <dgm:spPr/>
      <dgm:t>
        <a:bodyPr/>
        <a:lstStyle/>
        <a:p>
          <a:endParaRPr lang="en-US"/>
        </a:p>
      </dgm:t>
    </dgm:pt>
    <dgm:pt modelId="{7879922E-51E8-4E4E-AC5A-32C12B635D0B}">
      <dgm:prSet/>
      <dgm:spPr/>
      <dgm:t>
        <a:bodyPr/>
        <a:lstStyle/>
        <a:p>
          <a:pPr>
            <a:defRPr cap="all"/>
          </a:pPr>
          <a:r>
            <a:rPr lang="da-DK"/>
            <a:t>MongoDB (Mongoose &amp;&amp; MongoDB atlas)</a:t>
          </a:r>
          <a:endParaRPr lang="en-US"/>
        </a:p>
      </dgm:t>
    </dgm:pt>
    <dgm:pt modelId="{EE846029-F28B-4876-8667-7C823570D45B}" type="parTrans" cxnId="{527E963C-F513-47D4-8425-EA0CA33D16B2}">
      <dgm:prSet/>
      <dgm:spPr/>
      <dgm:t>
        <a:bodyPr/>
        <a:lstStyle/>
        <a:p>
          <a:endParaRPr lang="en-US"/>
        </a:p>
      </dgm:t>
    </dgm:pt>
    <dgm:pt modelId="{76DF6F1F-4248-42BA-A855-2B90E0CCF0C6}" type="sibTrans" cxnId="{527E963C-F513-47D4-8425-EA0CA33D16B2}">
      <dgm:prSet/>
      <dgm:spPr/>
      <dgm:t>
        <a:bodyPr/>
        <a:lstStyle/>
        <a:p>
          <a:endParaRPr lang="en-US"/>
        </a:p>
      </dgm:t>
    </dgm:pt>
    <dgm:pt modelId="{A2A93745-B9CB-470D-AEEC-19668238CD43}" type="pres">
      <dgm:prSet presAssocID="{673AED1A-E4E0-4BD4-9F0B-26AC7E80E57F}" presName="root" presStyleCnt="0">
        <dgm:presLayoutVars>
          <dgm:dir/>
          <dgm:resizeHandles val="exact"/>
        </dgm:presLayoutVars>
      </dgm:prSet>
      <dgm:spPr/>
    </dgm:pt>
    <dgm:pt modelId="{B6789D53-71BE-4B8B-BDAC-E46A72AA944D}" type="pres">
      <dgm:prSet presAssocID="{E7EF5F71-77F3-448A-8F44-262D57BB8205}" presName="compNode" presStyleCnt="0"/>
      <dgm:spPr/>
    </dgm:pt>
    <dgm:pt modelId="{446C5D32-5C55-4F36-8C0E-D46FAF2F85EE}" type="pres">
      <dgm:prSet presAssocID="{E7EF5F71-77F3-448A-8F44-262D57BB8205}" presName="iconBgRect" presStyleLbl="bgShp" presStyleIdx="0" presStyleCnt="4"/>
      <dgm:spPr/>
    </dgm:pt>
    <dgm:pt modelId="{D30DFA15-AFB4-46F4-AEFF-03A1D9B4830B}" type="pres">
      <dgm:prSet presAssocID="{E7EF5F71-77F3-448A-8F44-262D57BB82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01B638B-F5C6-4F1C-BDA3-13361384A2C3}" type="pres">
      <dgm:prSet presAssocID="{E7EF5F71-77F3-448A-8F44-262D57BB8205}" presName="spaceRect" presStyleCnt="0"/>
      <dgm:spPr/>
    </dgm:pt>
    <dgm:pt modelId="{0C49B42B-C44F-48CA-A46F-D39B553790F3}" type="pres">
      <dgm:prSet presAssocID="{E7EF5F71-77F3-448A-8F44-262D57BB8205}" presName="textRect" presStyleLbl="revTx" presStyleIdx="0" presStyleCnt="4">
        <dgm:presLayoutVars>
          <dgm:chMax val="1"/>
          <dgm:chPref val="1"/>
        </dgm:presLayoutVars>
      </dgm:prSet>
      <dgm:spPr/>
    </dgm:pt>
    <dgm:pt modelId="{B7D2543C-EAAA-4441-9089-D78CCB3541F0}" type="pres">
      <dgm:prSet presAssocID="{7D005A8A-44FC-4462-A755-96DB7B50488A}" presName="sibTrans" presStyleCnt="0"/>
      <dgm:spPr/>
    </dgm:pt>
    <dgm:pt modelId="{EE899EDA-7899-4FE7-8786-C86E1CAF7ED7}" type="pres">
      <dgm:prSet presAssocID="{51469009-A139-48A7-85F7-48B2E7C287B1}" presName="compNode" presStyleCnt="0"/>
      <dgm:spPr/>
    </dgm:pt>
    <dgm:pt modelId="{5115B23C-6C54-4B91-B9FA-31F101D8DC67}" type="pres">
      <dgm:prSet presAssocID="{51469009-A139-48A7-85F7-48B2E7C287B1}" presName="iconBgRect" presStyleLbl="bgShp" presStyleIdx="1" presStyleCnt="4"/>
      <dgm:spPr/>
    </dgm:pt>
    <dgm:pt modelId="{284DBB52-3AAD-4F61-B895-AADDC558B830}" type="pres">
      <dgm:prSet presAssocID="{51469009-A139-48A7-85F7-48B2E7C287B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dhjul"/>
        </a:ext>
      </dgm:extLst>
    </dgm:pt>
    <dgm:pt modelId="{0F39A5C5-28F1-4D3A-B014-B05EE457E91A}" type="pres">
      <dgm:prSet presAssocID="{51469009-A139-48A7-85F7-48B2E7C287B1}" presName="spaceRect" presStyleCnt="0"/>
      <dgm:spPr/>
    </dgm:pt>
    <dgm:pt modelId="{D4721C7C-168D-41BF-AA61-6529AC7D7779}" type="pres">
      <dgm:prSet presAssocID="{51469009-A139-48A7-85F7-48B2E7C287B1}" presName="textRect" presStyleLbl="revTx" presStyleIdx="1" presStyleCnt="4">
        <dgm:presLayoutVars>
          <dgm:chMax val="1"/>
          <dgm:chPref val="1"/>
        </dgm:presLayoutVars>
      </dgm:prSet>
      <dgm:spPr/>
    </dgm:pt>
    <dgm:pt modelId="{9D4718DE-080A-4123-A471-42FE57370177}" type="pres">
      <dgm:prSet presAssocID="{B7746B4F-720D-47BE-8F22-82D7DD8B978B}" presName="sibTrans" presStyleCnt="0"/>
      <dgm:spPr/>
    </dgm:pt>
    <dgm:pt modelId="{0AA322B4-E4CA-4C67-BA27-CA4D5321FB86}" type="pres">
      <dgm:prSet presAssocID="{F449042F-396B-47C4-AC29-BAC2D4B0E8FC}" presName="compNode" presStyleCnt="0"/>
      <dgm:spPr/>
    </dgm:pt>
    <dgm:pt modelId="{152E1E52-8138-420D-9040-FA50BA3FF92C}" type="pres">
      <dgm:prSet presAssocID="{F449042F-396B-47C4-AC29-BAC2D4B0E8FC}" presName="iconBgRect" presStyleLbl="bgShp" presStyleIdx="2" presStyleCnt="4"/>
      <dgm:spPr/>
    </dgm:pt>
    <dgm:pt modelId="{541CE6C6-50B5-48BF-9436-B8837D911B4D}" type="pres">
      <dgm:prSet presAssocID="{F449042F-396B-47C4-AC29-BAC2D4B0E8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588D8C4A-E379-415B-885E-6684F33D5CB8}" type="pres">
      <dgm:prSet presAssocID="{F449042F-396B-47C4-AC29-BAC2D4B0E8FC}" presName="spaceRect" presStyleCnt="0"/>
      <dgm:spPr/>
    </dgm:pt>
    <dgm:pt modelId="{CE52813F-D9D6-444C-90D7-64BD132AE543}" type="pres">
      <dgm:prSet presAssocID="{F449042F-396B-47C4-AC29-BAC2D4B0E8FC}" presName="textRect" presStyleLbl="revTx" presStyleIdx="2" presStyleCnt="4">
        <dgm:presLayoutVars>
          <dgm:chMax val="1"/>
          <dgm:chPref val="1"/>
        </dgm:presLayoutVars>
      </dgm:prSet>
      <dgm:spPr/>
    </dgm:pt>
    <dgm:pt modelId="{DC9399CB-FB7A-42CC-B94A-FDC98C67BCA6}" type="pres">
      <dgm:prSet presAssocID="{68911742-1CF4-4E86-A6F4-672A28B8EE54}" presName="sibTrans" presStyleCnt="0"/>
      <dgm:spPr/>
    </dgm:pt>
    <dgm:pt modelId="{A22E0EDF-C909-4F3A-BFC1-254E8FF284AB}" type="pres">
      <dgm:prSet presAssocID="{7879922E-51E8-4E4E-AC5A-32C12B635D0B}" presName="compNode" presStyleCnt="0"/>
      <dgm:spPr/>
    </dgm:pt>
    <dgm:pt modelId="{5A6BA38A-43CE-470E-A56E-71A5FDD69057}" type="pres">
      <dgm:prSet presAssocID="{7879922E-51E8-4E4E-AC5A-32C12B635D0B}" presName="iconBgRect" presStyleLbl="bgShp" presStyleIdx="3" presStyleCnt="4"/>
      <dgm:spPr/>
    </dgm:pt>
    <dgm:pt modelId="{85F55EB0-6285-44EB-BA66-C1AB82CE0245}" type="pres">
      <dgm:prSet presAssocID="{7879922E-51E8-4E4E-AC5A-32C12B635D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"/>
        </a:ext>
      </dgm:extLst>
    </dgm:pt>
    <dgm:pt modelId="{0348F1C6-6B2F-4AC7-839F-4F3FA22BF40B}" type="pres">
      <dgm:prSet presAssocID="{7879922E-51E8-4E4E-AC5A-32C12B635D0B}" presName="spaceRect" presStyleCnt="0"/>
      <dgm:spPr/>
    </dgm:pt>
    <dgm:pt modelId="{AF35FEEF-1B9C-464F-816D-09DCB7548C7B}" type="pres">
      <dgm:prSet presAssocID="{7879922E-51E8-4E4E-AC5A-32C12B635D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AFAE15-2C06-4C45-A9E4-5D43EA599078}" type="presOf" srcId="{673AED1A-E4E0-4BD4-9F0B-26AC7E80E57F}" destId="{A2A93745-B9CB-470D-AEEC-19668238CD43}" srcOrd="0" destOrd="0" presId="urn:microsoft.com/office/officeart/2018/5/layout/IconCircleLabelList"/>
    <dgm:cxn modelId="{B3A39B1E-04DA-4BCD-8866-A00FEB7D4F6A}" srcId="{673AED1A-E4E0-4BD4-9F0B-26AC7E80E57F}" destId="{51469009-A139-48A7-85F7-48B2E7C287B1}" srcOrd="1" destOrd="0" parTransId="{DF3B7F9B-82C9-41F4-9370-749698012A32}" sibTransId="{B7746B4F-720D-47BE-8F22-82D7DD8B978B}"/>
    <dgm:cxn modelId="{527E963C-F513-47D4-8425-EA0CA33D16B2}" srcId="{673AED1A-E4E0-4BD4-9F0B-26AC7E80E57F}" destId="{7879922E-51E8-4E4E-AC5A-32C12B635D0B}" srcOrd="3" destOrd="0" parTransId="{EE846029-F28B-4876-8667-7C823570D45B}" sibTransId="{76DF6F1F-4248-42BA-A855-2B90E0CCF0C6}"/>
    <dgm:cxn modelId="{2ED64046-895E-4732-9C85-E1B819A7C299}" type="presOf" srcId="{51469009-A139-48A7-85F7-48B2E7C287B1}" destId="{D4721C7C-168D-41BF-AA61-6529AC7D7779}" srcOrd="0" destOrd="0" presId="urn:microsoft.com/office/officeart/2018/5/layout/IconCircleLabelList"/>
    <dgm:cxn modelId="{61CC3367-BBC1-4018-B022-7B3B7759C73B}" srcId="{673AED1A-E4E0-4BD4-9F0B-26AC7E80E57F}" destId="{E7EF5F71-77F3-448A-8F44-262D57BB8205}" srcOrd="0" destOrd="0" parTransId="{B2210681-D5B4-4559-9A3C-91AC7E6B2F94}" sibTransId="{7D005A8A-44FC-4462-A755-96DB7B50488A}"/>
    <dgm:cxn modelId="{60656678-412C-4FA1-8AF7-6BA85AFC17FB}" type="presOf" srcId="{F449042F-396B-47C4-AC29-BAC2D4B0E8FC}" destId="{CE52813F-D9D6-444C-90D7-64BD132AE543}" srcOrd="0" destOrd="0" presId="urn:microsoft.com/office/officeart/2018/5/layout/IconCircleLabelList"/>
    <dgm:cxn modelId="{CA1FAA7B-B300-4465-88EA-C1774FE2552D}" srcId="{673AED1A-E4E0-4BD4-9F0B-26AC7E80E57F}" destId="{F449042F-396B-47C4-AC29-BAC2D4B0E8FC}" srcOrd="2" destOrd="0" parTransId="{12BCC985-8D90-4408-ADD6-ABB95F359002}" sibTransId="{68911742-1CF4-4E86-A6F4-672A28B8EE54}"/>
    <dgm:cxn modelId="{878592CC-53D5-4A47-BEB6-DB63BE8097A3}" type="presOf" srcId="{7879922E-51E8-4E4E-AC5A-32C12B635D0B}" destId="{AF35FEEF-1B9C-464F-816D-09DCB7548C7B}" srcOrd="0" destOrd="0" presId="urn:microsoft.com/office/officeart/2018/5/layout/IconCircleLabelList"/>
    <dgm:cxn modelId="{666D7DF0-1D53-4CCD-A1AA-E7F03B18EB0C}" type="presOf" srcId="{E7EF5F71-77F3-448A-8F44-262D57BB8205}" destId="{0C49B42B-C44F-48CA-A46F-D39B553790F3}" srcOrd="0" destOrd="0" presId="urn:microsoft.com/office/officeart/2018/5/layout/IconCircleLabelList"/>
    <dgm:cxn modelId="{CDB1550F-EE96-4667-BDFE-2C1E220D8078}" type="presParOf" srcId="{A2A93745-B9CB-470D-AEEC-19668238CD43}" destId="{B6789D53-71BE-4B8B-BDAC-E46A72AA944D}" srcOrd="0" destOrd="0" presId="urn:microsoft.com/office/officeart/2018/5/layout/IconCircleLabelList"/>
    <dgm:cxn modelId="{59A6E794-E8D8-445B-B80E-4C6B34CE314D}" type="presParOf" srcId="{B6789D53-71BE-4B8B-BDAC-E46A72AA944D}" destId="{446C5D32-5C55-4F36-8C0E-D46FAF2F85EE}" srcOrd="0" destOrd="0" presId="urn:microsoft.com/office/officeart/2018/5/layout/IconCircleLabelList"/>
    <dgm:cxn modelId="{76BF8738-179C-4DD8-A984-596525F7774D}" type="presParOf" srcId="{B6789D53-71BE-4B8B-BDAC-E46A72AA944D}" destId="{D30DFA15-AFB4-46F4-AEFF-03A1D9B4830B}" srcOrd="1" destOrd="0" presId="urn:microsoft.com/office/officeart/2018/5/layout/IconCircleLabelList"/>
    <dgm:cxn modelId="{903A4796-6437-4733-97DB-618001ABA75D}" type="presParOf" srcId="{B6789D53-71BE-4B8B-BDAC-E46A72AA944D}" destId="{A01B638B-F5C6-4F1C-BDA3-13361384A2C3}" srcOrd="2" destOrd="0" presId="urn:microsoft.com/office/officeart/2018/5/layout/IconCircleLabelList"/>
    <dgm:cxn modelId="{F9ADFD01-04B4-4FF7-9C4B-1C38639A49ED}" type="presParOf" srcId="{B6789D53-71BE-4B8B-BDAC-E46A72AA944D}" destId="{0C49B42B-C44F-48CA-A46F-D39B553790F3}" srcOrd="3" destOrd="0" presId="urn:microsoft.com/office/officeart/2018/5/layout/IconCircleLabelList"/>
    <dgm:cxn modelId="{85168422-4B79-448B-B610-B24FA815CC16}" type="presParOf" srcId="{A2A93745-B9CB-470D-AEEC-19668238CD43}" destId="{B7D2543C-EAAA-4441-9089-D78CCB3541F0}" srcOrd="1" destOrd="0" presId="urn:microsoft.com/office/officeart/2018/5/layout/IconCircleLabelList"/>
    <dgm:cxn modelId="{0C444B11-C2F9-4CA7-9F1C-5C1CEBFE96FE}" type="presParOf" srcId="{A2A93745-B9CB-470D-AEEC-19668238CD43}" destId="{EE899EDA-7899-4FE7-8786-C86E1CAF7ED7}" srcOrd="2" destOrd="0" presId="urn:microsoft.com/office/officeart/2018/5/layout/IconCircleLabelList"/>
    <dgm:cxn modelId="{D267518F-18E2-413C-95BB-4593C3ECD13A}" type="presParOf" srcId="{EE899EDA-7899-4FE7-8786-C86E1CAF7ED7}" destId="{5115B23C-6C54-4B91-B9FA-31F101D8DC67}" srcOrd="0" destOrd="0" presId="urn:microsoft.com/office/officeart/2018/5/layout/IconCircleLabelList"/>
    <dgm:cxn modelId="{9FE61171-42B1-4DE1-8964-416E3149EC21}" type="presParOf" srcId="{EE899EDA-7899-4FE7-8786-C86E1CAF7ED7}" destId="{284DBB52-3AAD-4F61-B895-AADDC558B830}" srcOrd="1" destOrd="0" presId="urn:microsoft.com/office/officeart/2018/5/layout/IconCircleLabelList"/>
    <dgm:cxn modelId="{C460D982-6317-473E-8E92-4FAC68DCD0D5}" type="presParOf" srcId="{EE899EDA-7899-4FE7-8786-C86E1CAF7ED7}" destId="{0F39A5C5-28F1-4D3A-B014-B05EE457E91A}" srcOrd="2" destOrd="0" presId="urn:microsoft.com/office/officeart/2018/5/layout/IconCircleLabelList"/>
    <dgm:cxn modelId="{B872B303-A578-45DB-A8D3-FB8C6445BE93}" type="presParOf" srcId="{EE899EDA-7899-4FE7-8786-C86E1CAF7ED7}" destId="{D4721C7C-168D-41BF-AA61-6529AC7D7779}" srcOrd="3" destOrd="0" presId="urn:microsoft.com/office/officeart/2018/5/layout/IconCircleLabelList"/>
    <dgm:cxn modelId="{0D9BC2F1-D7D6-4711-A3C3-217C5D8F402F}" type="presParOf" srcId="{A2A93745-B9CB-470D-AEEC-19668238CD43}" destId="{9D4718DE-080A-4123-A471-42FE57370177}" srcOrd="3" destOrd="0" presId="urn:microsoft.com/office/officeart/2018/5/layout/IconCircleLabelList"/>
    <dgm:cxn modelId="{FF53D92A-B0EF-4593-A2C8-001381890B0C}" type="presParOf" srcId="{A2A93745-B9CB-470D-AEEC-19668238CD43}" destId="{0AA322B4-E4CA-4C67-BA27-CA4D5321FB86}" srcOrd="4" destOrd="0" presId="urn:microsoft.com/office/officeart/2018/5/layout/IconCircleLabelList"/>
    <dgm:cxn modelId="{D3AAB8EE-60C9-49F1-ACCB-27F7E9697A4D}" type="presParOf" srcId="{0AA322B4-E4CA-4C67-BA27-CA4D5321FB86}" destId="{152E1E52-8138-420D-9040-FA50BA3FF92C}" srcOrd="0" destOrd="0" presId="urn:microsoft.com/office/officeart/2018/5/layout/IconCircleLabelList"/>
    <dgm:cxn modelId="{917785DF-5AAA-4F0D-85E0-256D136F3D65}" type="presParOf" srcId="{0AA322B4-E4CA-4C67-BA27-CA4D5321FB86}" destId="{541CE6C6-50B5-48BF-9436-B8837D911B4D}" srcOrd="1" destOrd="0" presId="urn:microsoft.com/office/officeart/2018/5/layout/IconCircleLabelList"/>
    <dgm:cxn modelId="{C04BB790-2F74-4AE9-A53C-63318605D3C4}" type="presParOf" srcId="{0AA322B4-E4CA-4C67-BA27-CA4D5321FB86}" destId="{588D8C4A-E379-415B-885E-6684F33D5CB8}" srcOrd="2" destOrd="0" presId="urn:microsoft.com/office/officeart/2018/5/layout/IconCircleLabelList"/>
    <dgm:cxn modelId="{0A92A071-3DE9-41F6-A042-8BF22BCE5F7F}" type="presParOf" srcId="{0AA322B4-E4CA-4C67-BA27-CA4D5321FB86}" destId="{CE52813F-D9D6-444C-90D7-64BD132AE543}" srcOrd="3" destOrd="0" presId="urn:microsoft.com/office/officeart/2018/5/layout/IconCircleLabelList"/>
    <dgm:cxn modelId="{ACB6284F-264F-4E88-9C19-0A4D2AAC2C9C}" type="presParOf" srcId="{A2A93745-B9CB-470D-AEEC-19668238CD43}" destId="{DC9399CB-FB7A-42CC-B94A-FDC98C67BCA6}" srcOrd="5" destOrd="0" presId="urn:microsoft.com/office/officeart/2018/5/layout/IconCircleLabelList"/>
    <dgm:cxn modelId="{53BC6529-F43C-4D19-9E8F-3E93363318AA}" type="presParOf" srcId="{A2A93745-B9CB-470D-AEEC-19668238CD43}" destId="{A22E0EDF-C909-4F3A-BFC1-254E8FF284AB}" srcOrd="6" destOrd="0" presId="urn:microsoft.com/office/officeart/2018/5/layout/IconCircleLabelList"/>
    <dgm:cxn modelId="{9EE624D1-97E6-4CB7-8854-786AD694B6F5}" type="presParOf" srcId="{A22E0EDF-C909-4F3A-BFC1-254E8FF284AB}" destId="{5A6BA38A-43CE-470E-A56E-71A5FDD69057}" srcOrd="0" destOrd="0" presId="urn:microsoft.com/office/officeart/2018/5/layout/IconCircleLabelList"/>
    <dgm:cxn modelId="{63119016-DAA5-4199-9451-A9F2AF37DABA}" type="presParOf" srcId="{A22E0EDF-C909-4F3A-BFC1-254E8FF284AB}" destId="{85F55EB0-6285-44EB-BA66-C1AB82CE0245}" srcOrd="1" destOrd="0" presId="urn:microsoft.com/office/officeart/2018/5/layout/IconCircleLabelList"/>
    <dgm:cxn modelId="{4AED17DB-68A7-4260-B55A-842B01AC04AE}" type="presParOf" srcId="{A22E0EDF-C909-4F3A-BFC1-254E8FF284AB}" destId="{0348F1C6-6B2F-4AC7-839F-4F3FA22BF40B}" srcOrd="2" destOrd="0" presId="urn:microsoft.com/office/officeart/2018/5/layout/IconCircleLabelList"/>
    <dgm:cxn modelId="{551D860D-FE48-4F9D-B80A-B91227E41BE9}" type="presParOf" srcId="{A22E0EDF-C909-4F3A-BFC1-254E8FF284AB}" destId="{AF35FEEF-1B9C-464F-816D-09DCB7548C7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2866D3-C72C-4450-836F-983D1D8937F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1FBC0CC9-2FDB-4DB9-93B4-A53919CC588E}">
      <dgm:prSet/>
      <dgm:spPr/>
      <dgm:t>
        <a:bodyPr/>
        <a:lstStyle/>
        <a:p>
          <a:pPr>
            <a:defRPr cap="all"/>
          </a:pPr>
          <a:r>
            <a:rPr lang="da-DK"/>
            <a:t>Færdiggørelse</a:t>
          </a:r>
          <a:endParaRPr lang="en-US"/>
        </a:p>
      </dgm:t>
    </dgm:pt>
    <dgm:pt modelId="{01E6724A-9CF6-47D3-9278-8F1098A5D765}" type="parTrans" cxnId="{7D5FB875-9DAF-41C5-8801-B05FD511EBF9}">
      <dgm:prSet/>
      <dgm:spPr/>
      <dgm:t>
        <a:bodyPr/>
        <a:lstStyle/>
        <a:p>
          <a:endParaRPr lang="en-US"/>
        </a:p>
      </dgm:t>
    </dgm:pt>
    <dgm:pt modelId="{13253BB6-0AEF-4F18-8AEE-7D1E9AAD3F72}" type="sibTrans" cxnId="{7D5FB875-9DAF-41C5-8801-B05FD511EBF9}">
      <dgm:prSet/>
      <dgm:spPr/>
      <dgm:t>
        <a:bodyPr/>
        <a:lstStyle/>
        <a:p>
          <a:endParaRPr lang="en-US"/>
        </a:p>
      </dgm:t>
    </dgm:pt>
    <dgm:pt modelId="{87B0FED5-9730-4C32-98EF-D9C10AD66E88}">
      <dgm:prSet/>
      <dgm:spPr/>
      <dgm:t>
        <a:bodyPr/>
        <a:lstStyle/>
        <a:p>
          <a:pPr>
            <a:defRPr cap="all"/>
          </a:pPr>
          <a:r>
            <a:rPr lang="da-DK"/>
            <a:t>Lancering</a:t>
          </a:r>
          <a:endParaRPr lang="en-US"/>
        </a:p>
      </dgm:t>
    </dgm:pt>
    <dgm:pt modelId="{761827C8-20FC-438A-9D2F-95C55754EC59}" type="parTrans" cxnId="{49725180-08DD-441C-9508-B9C9D16E672C}">
      <dgm:prSet/>
      <dgm:spPr/>
      <dgm:t>
        <a:bodyPr/>
        <a:lstStyle/>
        <a:p>
          <a:endParaRPr lang="en-US"/>
        </a:p>
      </dgm:t>
    </dgm:pt>
    <dgm:pt modelId="{306B5228-9847-43BE-9188-4693EFD0F66E}" type="sibTrans" cxnId="{49725180-08DD-441C-9508-B9C9D16E672C}">
      <dgm:prSet/>
      <dgm:spPr/>
      <dgm:t>
        <a:bodyPr/>
        <a:lstStyle/>
        <a:p>
          <a:endParaRPr lang="en-US"/>
        </a:p>
      </dgm:t>
    </dgm:pt>
    <dgm:pt modelId="{B0C3094E-036E-4060-B6D4-0CA9657787CC}">
      <dgm:prSet/>
      <dgm:spPr/>
      <dgm:t>
        <a:bodyPr/>
        <a:lstStyle/>
        <a:p>
          <a:pPr>
            <a:defRPr cap="all"/>
          </a:pPr>
          <a:r>
            <a:rPr lang="da-DK"/>
            <a:t>Test</a:t>
          </a:r>
          <a:endParaRPr lang="en-US"/>
        </a:p>
      </dgm:t>
    </dgm:pt>
    <dgm:pt modelId="{A36F9D7C-43BE-4061-866F-B271B8D947FB}" type="parTrans" cxnId="{38479DC6-2D61-49BE-B2D3-64F7858F2349}">
      <dgm:prSet/>
      <dgm:spPr/>
      <dgm:t>
        <a:bodyPr/>
        <a:lstStyle/>
        <a:p>
          <a:endParaRPr lang="en-US"/>
        </a:p>
      </dgm:t>
    </dgm:pt>
    <dgm:pt modelId="{65AA8F5B-F4E2-4B27-8245-70D4F48816F2}" type="sibTrans" cxnId="{38479DC6-2D61-49BE-B2D3-64F7858F2349}">
      <dgm:prSet/>
      <dgm:spPr/>
      <dgm:t>
        <a:bodyPr/>
        <a:lstStyle/>
        <a:p>
          <a:endParaRPr lang="en-US"/>
        </a:p>
      </dgm:t>
    </dgm:pt>
    <dgm:pt modelId="{561A6A0F-F594-4742-8D17-FA49C5B29690}">
      <dgm:prSet/>
      <dgm:spPr/>
      <dgm:t>
        <a:bodyPr/>
        <a:lstStyle/>
        <a:p>
          <a:pPr>
            <a:defRPr cap="all"/>
          </a:pPr>
          <a:r>
            <a:rPr lang="da-DK"/>
            <a:t>Optimering </a:t>
          </a:r>
          <a:endParaRPr lang="en-US"/>
        </a:p>
      </dgm:t>
    </dgm:pt>
    <dgm:pt modelId="{65268CFF-DA87-4B7D-93A6-F1A79055105F}" type="parTrans" cxnId="{9296A999-885F-4AF0-BDBD-9776ADC6935B}">
      <dgm:prSet/>
      <dgm:spPr/>
      <dgm:t>
        <a:bodyPr/>
        <a:lstStyle/>
        <a:p>
          <a:endParaRPr lang="en-US"/>
        </a:p>
      </dgm:t>
    </dgm:pt>
    <dgm:pt modelId="{3DD2B57B-9C7A-472C-BBFC-CB8FCC4291A8}" type="sibTrans" cxnId="{9296A999-885F-4AF0-BDBD-9776ADC6935B}">
      <dgm:prSet/>
      <dgm:spPr/>
      <dgm:t>
        <a:bodyPr/>
        <a:lstStyle/>
        <a:p>
          <a:endParaRPr lang="en-US"/>
        </a:p>
      </dgm:t>
    </dgm:pt>
    <dgm:pt modelId="{27F96A74-10FE-494C-8897-68DE497F384A}" type="pres">
      <dgm:prSet presAssocID="{F82866D3-C72C-4450-836F-983D1D8937FA}" presName="root" presStyleCnt="0">
        <dgm:presLayoutVars>
          <dgm:dir/>
          <dgm:resizeHandles val="exact"/>
        </dgm:presLayoutVars>
      </dgm:prSet>
      <dgm:spPr/>
    </dgm:pt>
    <dgm:pt modelId="{E34200B7-14F0-4A7F-A1BE-26E6FB37EC03}" type="pres">
      <dgm:prSet presAssocID="{1FBC0CC9-2FDB-4DB9-93B4-A53919CC588E}" presName="compNode" presStyleCnt="0"/>
      <dgm:spPr/>
    </dgm:pt>
    <dgm:pt modelId="{E8C79ABA-0E82-46C7-A4EE-ECE8EED06C19}" type="pres">
      <dgm:prSet presAssocID="{1FBC0CC9-2FDB-4DB9-93B4-A53919CC588E}" presName="iconBgRect" presStyleLbl="bgShp" presStyleIdx="0" presStyleCnt="4"/>
      <dgm:spPr/>
    </dgm:pt>
    <dgm:pt modelId="{4F019805-2923-47F1-BEBF-4BC22F35E27B}" type="pres">
      <dgm:prSet presAssocID="{1FBC0CC9-2FDB-4DB9-93B4-A53919CC58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3153BF94-A63F-4F46-AFF4-466D16DDBAE7}" type="pres">
      <dgm:prSet presAssocID="{1FBC0CC9-2FDB-4DB9-93B4-A53919CC588E}" presName="spaceRect" presStyleCnt="0"/>
      <dgm:spPr/>
    </dgm:pt>
    <dgm:pt modelId="{9E29F3AA-7826-408B-8888-96C6764B5857}" type="pres">
      <dgm:prSet presAssocID="{1FBC0CC9-2FDB-4DB9-93B4-A53919CC588E}" presName="textRect" presStyleLbl="revTx" presStyleIdx="0" presStyleCnt="4">
        <dgm:presLayoutVars>
          <dgm:chMax val="1"/>
          <dgm:chPref val="1"/>
        </dgm:presLayoutVars>
      </dgm:prSet>
      <dgm:spPr/>
    </dgm:pt>
    <dgm:pt modelId="{4192649F-37AE-4CFF-9596-6161ADEB822F}" type="pres">
      <dgm:prSet presAssocID="{13253BB6-0AEF-4F18-8AEE-7D1E9AAD3F72}" presName="sibTrans" presStyleCnt="0"/>
      <dgm:spPr/>
    </dgm:pt>
    <dgm:pt modelId="{E7878821-E1BE-4CDD-8F30-B3E56DC2198A}" type="pres">
      <dgm:prSet presAssocID="{87B0FED5-9730-4C32-98EF-D9C10AD66E88}" presName="compNode" presStyleCnt="0"/>
      <dgm:spPr/>
    </dgm:pt>
    <dgm:pt modelId="{E38B7F10-8147-4405-AEFF-F7F17AB750B4}" type="pres">
      <dgm:prSet presAssocID="{87B0FED5-9730-4C32-98EF-D9C10AD66E88}" presName="iconBgRect" presStyleLbl="bgShp" presStyleIdx="1" presStyleCnt="4"/>
      <dgm:spPr/>
    </dgm:pt>
    <dgm:pt modelId="{3DAAA62C-E023-4489-99D6-199FD2C02327}" type="pres">
      <dgm:prSet presAssocID="{87B0FED5-9730-4C32-98EF-D9C10AD66E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et"/>
        </a:ext>
      </dgm:extLst>
    </dgm:pt>
    <dgm:pt modelId="{24656209-CBEB-4BCB-B967-8EC47ADF2771}" type="pres">
      <dgm:prSet presAssocID="{87B0FED5-9730-4C32-98EF-D9C10AD66E88}" presName="spaceRect" presStyleCnt="0"/>
      <dgm:spPr/>
    </dgm:pt>
    <dgm:pt modelId="{4FCFA22D-9DC5-48B8-A640-756F3D5E0C25}" type="pres">
      <dgm:prSet presAssocID="{87B0FED5-9730-4C32-98EF-D9C10AD66E88}" presName="textRect" presStyleLbl="revTx" presStyleIdx="1" presStyleCnt="4">
        <dgm:presLayoutVars>
          <dgm:chMax val="1"/>
          <dgm:chPref val="1"/>
        </dgm:presLayoutVars>
      </dgm:prSet>
      <dgm:spPr/>
    </dgm:pt>
    <dgm:pt modelId="{80D1F7D9-EA23-44A5-9BFB-4002F60A32CE}" type="pres">
      <dgm:prSet presAssocID="{306B5228-9847-43BE-9188-4693EFD0F66E}" presName="sibTrans" presStyleCnt="0"/>
      <dgm:spPr/>
    </dgm:pt>
    <dgm:pt modelId="{D0C064D8-4D48-47CB-A1C2-E7BF17BB5C22}" type="pres">
      <dgm:prSet presAssocID="{B0C3094E-036E-4060-B6D4-0CA9657787CC}" presName="compNode" presStyleCnt="0"/>
      <dgm:spPr/>
    </dgm:pt>
    <dgm:pt modelId="{A6E927D8-75A1-48C6-B965-9065C99E8CAD}" type="pres">
      <dgm:prSet presAssocID="{B0C3094E-036E-4060-B6D4-0CA9657787CC}" presName="iconBgRect" presStyleLbl="bgShp" presStyleIdx="2" presStyleCnt="4"/>
      <dgm:spPr/>
    </dgm:pt>
    <dgm:pt modelId="{4E71E8E5-5788-415F-84F4-66E4EBC24235}" type="pres">
      <dgm:prSet presAssocID="{B0C3094E-036E-4060-B6D4-0CA9657787C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7B54B2BE-9713-44A8-9721-06BFF155CAD0}" type="pres">
      <dgm:prSet presAssocID="{B0C3094E-036E-4060-B6D4-0CA9657787CC}" presName="spaceRect" presStyleCnt="0"/>
      <dgm:spPr/>
    </dgm:pt>
    <dgm:pt modelId="{25730E82-8170-4053-A5FD-9B1A646CA14A}" type="pres">
      <dgm:prSet presAssocID="{B0C3094E-036E-4060-B6D4-0CA9657787CC}" presName="textRect" presStyleLbl="revTx" presStyleIdx="2" presStyleCnt="4">
        <dgm:presLayoutVars>
          <dgm:chMax val="1"/>
          <dgm:chPref val="1"/>
        </dgm:presLayoutVars>
      </dgm:prSet>
      <dgm:spPr/>
    </dgm:pt>
    <dgm:pt modelId="{D14B49C9-890E-42B2-8227-15AEE6EC2518}" type="pres">
      <dgm:prSet presAssocID="{65AA8F5B-F4E2-4B27-8245-70D4F48816F2}" presName="sibTrans" presStyleCnt="0"/>
      <dgm:spPr/>
    </dgm:pt>
    <dgm:pt modelId="{92A9E84A-C7E4-4D67-904A-0E3397C8BE8E}" type="pres">
      <dgm:prSet presAssocID="{561A6A0F-F594-4742-8D17-FA49C5B29690}" presName="compNode" presStyleCnt="0"/>
      <dgm:spPr/>
    </dgm:pt>
    <dgm:pt modelId="{70335BD9-F879-4916-8DBA-700502AE6265}" type="pres">
      <dgm:prSet presAssocID="{561A6A0F-F594-4742-8D17-FA49C5B29690}" presName="iconBgRect" presStyleLbl="bgShp" presStyleIdx="3" presStyleCnt="4"/>
      <dgm:spPr/>
    </dgm:pt>
    <dgm:pt modelId="{0B4FB686-BF95-4349-AB85-00CB63985CBA}" type="pres">
      <dgm:prSet presAssocID="{561A6A0F-F594-4742-8D17-FA49C5B2969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dhjul"/>
        </a:ext>
      </dgm:extLst>
    </dgm:pt>
    <dgm:pt modelId="{A68EF920-FAF8-4852-AA46-A790CF38F970}" type="pres">
      <dgm:prSet presAssocID="{561A6A0F-F594-4742-8D17-FA49C5B29690}" presName="spaceRect" presStyleCnt="0"/>
      <dgm:spPr/>
    </dgm:pt>
    <dgm:pt modelId="{6BB02C47-2A43-48CF-967A-96AC98D5070A}" type="pres">
      <dgm:prSet presAssocID="{561A6A0F-F594-4742-8D17-FA49C5B2969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F6BBB23-A834-41BF-BC62-03BD85EE9FBD}" type="presOf" srcId="{B0C3094E-036E-4060-B6D4-0CA9657787CC}" destId="{25730E82-8170-4053-A5FD-9B1A646CA14A}" srcOrd="0" destOrd="0" presId="urn:microsoft.com/office/officeart/2018/5/layout/IconCircleLabelList"/>
    <dgm:cxn modelId="{B3640B2B-2A6B-4211-A4F9-936B1FDB0B8B}" type="presOf" srcId="{1FBC0CC9-2FDB-4DB9-93B4-A53919CC588E}" destId="{9E29F3AA-7826-408B-8888-96C6764B5857}" srcOrd="0" destOrd="0" presId="urn:microsoft.com/office/officeart/2018/5/layout/IconCircleLabelList"/>
    <dgm:cxn modelId="{AF1D4E4D-EEA6-44F3-B684-66105F8CD0EE}" type="presOf" srcId="{561A6A0F-F594-4742-8D17-FA49C5B29690}" destId="{6BB02C47-2A43-48CF-967A-96AC98D5070A}" srcOrd="0" destOrd="0" presId="urn:microsoft.com/office/officeart/2018/5/layout/IconCircleLabelList"/>
    <dgm:cxn modelId="{7D5FB875-9DAF-41C5-8801-B05FD511EBF9}" srcId="{F82866D3-C72C-4450-836F-983D1D8937FA}" destId="{1FBC0CC9-2FDB-4DB9-93B4-A53919CC588E}" srcOrd="0" destOrd="0" parTransId="{01E6724A-9CF6-47D3-9278-8F1098A5D765}" sibTransId="{13253BB6-0AEF-4F18-8AEE-7D1E9AAD3F72}"/>
    <dgm:cxn modelId="{49725180-08DD-441C-9508-B9C9D16E672C}" srcId="{F82866D3-C72C-4450-836F-983D1D8937FA}" destId="{87B0FED5-9730-4C32-98EF-D9C10AD66E88}" srcOrd="1" destOrd="0" parTransId="{761827C8-20FC-438A-9D2F-95C55754EC59}" sibTransId="{306B5228-9847-43BE-9188-4693EFD0F66E}"/>
    <dgm:cxn modelId="{9296A999-885F-4AF0-BDBD-9776ADC6935B}" srcId="{F82866D3-C72C-4450-836F-983D1D8937FA}" destId="{561A6A0F-F594-4742-8D17-FA49C5B29690}" srcOrd="3" destOrd="0" parTransId="{65268CFF-DA87-4B7D-93A6-F1A79055105F}" sibTransId="{3DD2B57B-9C7A-472C-BBFC-CB8FCC4291A8}"/>
    <dgm:cxn modelId="{486308C5-2E05-42CD-A7CB-92846A1D56F9}" type="presOf" srcId="{87B0FED5-9730-4C32-98EF-D9C10AD66E88}" destId="{4FCFA22D-9DC5-48B8-A640-756F3D5E0C25}" srcOrd="0" destOrd="0" presId="urn:microsoft.com/office/officeart/2018/5/layout/IconCircleLabelList"/>
    <dgm:cxn modelId="{38479DC6-2D61-49BE-B2D3-64F7858F2349}" srcId="{F82866D3-C72C-4450-836F-983D1D8937FA}" destId="{B0C3094E-036E-4060-B6D4-0CA9657787CC}" srcOrd="2" destOrd="0" parTransId="{A36F9D7C-43BE-4061-866F-B271B8D947FB}" sibTransId="{65AA8F5B-F4E2-4B27-8245-70D4F48816F2}"/>
    <dgm:cxn modelId="{7AD131F7-FE4B-4D8C-942A-BC454719B4B7}" type="presOf" srcId="{F82866D3-C72C-4450-836F-983D1D8937FA}" destId="{27F96A74-10FE-494C-8897-68DE497F384A}" srcOrd="0" destOrd="0" presId="urn:microsoft.com/office/officeart/2018/5/layout/IconCircleLabelList"/>
    <dgm:cxn modelId="{84FEC7DA-E591-406F-A147-6A866E10575E}" type="presParOf" srcId="{27F96A74-10FE-494C-8897-68DE497F384A}" destId="{E34200B7-14F0-4A7F-A1BE-26E6FB37EC03}" srcOrd="0" destOrd="0" presId="urn:microsoft.com/office/officeart/2018/5/layout/IconCircleLabelList"/>
    <dgm:cxn modelId="{AB872D12-C349-4752-BCF6-9FF8E6494CC1}" type="presParOf" srcId="{E34200B7-14F0-4A7F-A1BE-26E6FB37EC03}" destId="{E8C79ABA-0E82-46C7-A4EE-ECE8EED06C19}" srcOrd="0" destOrd="0" presId="urn:microsoft.com/office/officeart/2018/5/layout/IconCircleLabelList"/>
    <dgm:cxn modelId="{0B7B5388-D076-435D-A99B-C36AEE051738}" type="presParOf" srcId="{E34200B7-14F0-4A7F-A1BE-26E6FB37EC03}" destId="{4F019805-2923-47F1-BEBF-4BC22F35E27B}" srcOrd="1" destOrd="0" presId="urn:microsoft.com/office/officeart/2018/5/layout/IconCircleLabelList"/>
    <dgm:cxn modelId="{8919D44D-C8B1-41CA-936F-3DB48BE05068}" type="presParOf" srcId="{E34200B7-14F0-4A7F-A1BE-26E6FB37EC03}" destId="{3153BF94-A63F-4F46-AFF4-466D16DDBAE7}" srcOrd="2" destOrd="0" presId="urn:microsoft.com/office/officeart/2018/5/layout/IconCircleLabelList"/>
    <dgm:cxn modelId="{F6FD7A5E-3F14-45BD-8447-5EB2093B84D1}" type="presParOf" srcId="{E34200B7-14F0-4A7F-A1BE-26E6FB37EC03}" destId="{9E29F3AA-7826-408B-8888-96C6764B5857}" srcOrd="3" destOrd="0" presId="urn:microsoft.com/office/officeart/2018/5/layout/IconCircleLabelList"/>
    <dgm:cxn modelId="{752365A1-54CF-4125-AFDA-211F3CFC042E}" type="presParOf" srcId="{27F96A74-10FE-494C-8897-68DE497F384A}" destId="{4192649F-37AE-4CFF-9596-6161ADEB822F}" srcOrd="1" destOrd="0" presId="urn:microsoft.com/office/officeart/2018/5/layout/IconCircleLabelList"/>
    <dgm:cxn modelId="{5CDD7995-6FE8-4E91-A351-9CD8B3C23AD2}" type="presParOf" srcId="{27F96A74-10FE-494C-8897-68DE497F384A}" destId="{E7878821-E1BE-4CDD-8F30-B3E56DC2198A}" srcOrd="2" destOrd="0" presId="urn:microsoft.com/office/officeart/2018/5/layout/IconCircleLabelList"/>
    <dgm:cxn modelId="{67A0C8CD-9888-4155-898A-552A8F2C202B}" type="presParOf" srcId="{E7878821-E1BE-4CDD-8F30-B3E56DC2198A}" destId="{E38B7F10-8147-4405-AEFF-F7F17AB750B4}" srcOrd="0" destOrd="0" presId="urn:microsoft.com/office/officeart/2018/5/layout/IconCircleLabelList"/>
    <dgm:cxn modelId="{D714F82C-EF58-42B5-8EC2-EFDA3C7D59C8}" type="presParOf" srcId="{E7878821-E1BE-4CDD-8F30-B3E56DC2198A}" destId="{3DAAA62C-E023-4489-99D6-199FD2C02327}" srcOrd="1" destOrd="0" presId="urn:microsoft.com/office/officeart/2018/5/layout/IconCircleLabelList"/>
    <dgm:cxn modelId="{F6DFB26C-E519-4CF0-B985-99593E4510E8}" type="presParOf" srcId="{E7878821-E1BE-4CDD-8F30-B3E56DC2198A}" destId="{24656209-CBEB-4BCB-B967-8EC47ADF2771}" srcOrd="2" destOrd="0" presId="urn:microsoft.com/office/officeart/2018/5/layout/IconCircleLabelList"/>
    <dgm:cxn modelId="{66D5DC84-9B6A-4BA9-B75C-15299CCDC633}" type="presParOf" srcId="{E7878821-E1BE-4CDD-8F30-B3E56DC2198A}" destId="{4FCFA22D-9DC5-48B8-A640-756F3D5E0C25}" srcOrd="3" destOrd="0" presId="urn:microsoft.com/office/officeart/2018/5/layout/IconCircleLabelList"/>
    <dgm:cxn modelId="{12864CC2-F4B5-4AEB-A34C-4E3D3088571A}" type="presParOf" srcId="{27F96A74-10FE-494C-8897-68DE497F384A}" destId="{80D1F7D9-EA23-44A5-9BFB-4002F60A32CE}" srcOrd="3" destOrd="0" presId="urn:microsoft.com/office/officeart/2018/5/layout/IconCircleLabelList"/>
    <dgm:cxn modelId="{E0D73F1D-A6DA-407F-8BC5-E610EB51290D}" type="presParOf" srcId="{27F96A74-10FE-494C-8897-68DE497F384A}" destId="{D0C064D8-4D48-47CB-A1C2-E7BF17BB5C22}" srcOrd="4" destOrd="0" presId="urn:microsoft.com/office/officeart/2018/5/layout/IconCircleLabelList"/>
    <dgm:cxn modelId="{D113361E-4A85-474B-B790-928E26AD92B9}" type="presParOf" srcId="{D0C064D8-4D48-47CB-A1C2-E7BF17BB5C22}" destId="{A6E927D8-75A1-48C6-B965-9065C99E8CAD}" srcOrd="0" destOrd="0" presId="urn:microsoft.com/office/officeart/2018/5/layout/IconCircleLabelList"/>
    <dgm:cxn modelId="{3A364ADA-0332-4D93-809F-0B30D2C5E067}" type="presParOf" srcId="{D0C064D8-4D48-47CB-A1C2-E7BF17BB5C22}" destId="{4E71E8E5-5788-415F-84F4-66E4EBC24235}" srcOrd="1" destOrd="0" presId="urn:microsoft.com/office/officeart/2018/5/layout/IconCircleLabelList"/>
    <dgm:cxn modelId="{6F8D073A-8B68-4B26-8E04-BC3A025E521A}" type="presParOf" srcId="{D0C064D8-4D48-47CB-A1C2-E7BF17BB5C22}" destId="{7B54B2BE-9713-44A8-9721-06BFF155CAD0}" srcOrd="2" destOrd="0" presId="urn:microsoft.com/office/officeart/2018/5/layout/IconCircleLabelList"/>
    <dgm:cxn modelId="{3F0E41BB-4E7D-48C7-AA9D-715EC3E721F9}" type="presParOf" srcId="{D0C064D8-4D48-47CB-A1C2-E7BF17BB5C22}" destId="{25730E82-8170-4053-A5FD-9B1A646CA14A}" srcOrd="3" destOrd="0" presId="urn:microsoft.com/office/officeart/2018/5/layout/IconCircleLabelList"/>
    <dgm:cxn modelId="{299B7C08-12E5-45B4-996F-57D25DF877A3}" type="presParOf" srcId="{27F96A74-10FE-494C-8897-68DE497F384A}" destId="{D14B49C9-890E-42B2-8227-15AEE6EC2518}" srcOrd="5" destOrd="0" presId="urn:microsoft.com/office/officeart/2018/5/layout/IconCircleLabelList"/>
    <dgm:cxn modelId="{BF2CECE6-0D4F-487C-8D4C-9910CBBD5060}" type="presParOf" srcId="{27F96A74-10FE-494C-8897-68DE497F384A}" destId="{92A9E84A-C7E4-4D67-904A-0E3397C8BE8E}" srcOrd="6" destOrd="0" presId="urn:microsoft.com/office/officeart/2018/5/layout/IconCircleLabelList"/>
    <dgm:cxn modelId="{A6567BAC-D815-4501-B321-DF30318FA356}" type="presParOf" srcId="{92A9E84A-C7E4-4D67-904A-0E3397C8BE8E}" destId="{70335BD9-F879-4916-8DBA-700502AE6265}" srcOrd="0" destOrd="0" presId="urn:microsoft.com/office/officeart/2018/5/layout/IconCircleLabelList"/>
    <dgm:cxn modelId="{7109B1D6-E37A-4044-8C47-2BF411794195}" type="presParOf" srcId="{92A9E84A-C7E4-4D67-904A-0E3397C8BE8E}" destId="{0B4FB686-BF95-4349-AB85-00CB63985CBA}" srcOrd="1" destOrd="0" presId="urn:microsoft.com/office/officeart/2018/5/layout/IconCircleLabelList"/>
    <dgm:cxn modelId="{84F9E493-BEE4-4E8A-9423-0B534124670F}" type="presParOf" srcId="{92A9E84A-C7E4-4D67-904A-0E3397C8BE8E}" destId="{A68EF920-FAF8-4852-AA46-A790CF38F970}" srcOrd="2" destOrd="0" presId="urn:microsoft.com/office/officeart/2018/5/layout/IconCircleLabelList"/>
    <dgm:cxn modelId="{ACD2E85C-12AD-4BD2-83C4-75EA63937C8B}" type="presParOf" srcId="{92A9E84A-C7E4-4D67-904A-0E3397C8BE8E}" destId="{6BB02C47-2A43-48CF-967A-96AC98D507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0A09A5-7261-4EF6-AE33-135B19705B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3F3C81CC-892C-46EE-A47C-45AA9980E706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Problem konklusion</a:t>
          </a:r>
          <a:endParaRPr lang="en-US" dirty="0"/>
        </a:p>
      </dgm:t>
    </dgm:pt>
    <dgm:pt modelId="{530725F4-6063-4431-B3FB-4777B95566D9}" type="parTrans" cxnId="{144A87E7-C633-4F55-A057-C5C1906EE556}">
      <dgm:prSet/>
      <dgm:spPr/>
      <dgm:t>
        <a:bodyPr/>
        <a:lstStyle/>
        <a:p>
          <a:endParaRPr lang="en-US"/>
        </a:p>
      </dgm:t>
    </dgm:pt>
    <dgm:pt modelId="{54800D31-0DA9-4A81-81DD-7BFCF879A43C}" type="sibTrans" cxnId="{144A87E7-C633-4F55-A057-C5C1906EE556}">
      <dgm:prSet/>
      <dgm:spPr/>
      <dgm:t>
        <a:bodyPr/>
        <a:lstStyle/>
        <a:p>
          <a:endParaRPr lang="en-US"/>
        </a:p>
      </dgm:t>
    </dgm:pt>
    <dgm:pt modelId="{9C513D87-721F-47AC-B0F4-865EDBFD2044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Fremgangsmåden</a:t>
          </a:r>
          <a:endParaRPr lang="en-US" dirty="0"/>
        </a:p>
      </dgm:t>
    </dgm:pt>
    <dgm:pt modelId="{D564CB28-01C5-4D8F-BFE2-ACD80F2F3B84}" type="parTrans" cxnId="{500033FE-D150-4236-A952-CA4B596024C1}">
      <dgm:prSet/>
      <dgm:spPr/>
      <dgm:t>
        <a:bodyPr/>
        <a:lstStyle/>
        <a:p>
          <a:endParaRPr lang="en-US"/>
        </a:p>
      </dgm:t>
    </dgm:pt>
    <dgm:pt modelId="{204FB8F1-DDF5-404C-9A13-48256C14EB46}" type="sibTrans" cxnId="{500033FE-D150-4236-A952-CA4B596024C1}">
      <dgm:prSet/>
      <dgm:spPr/>
      <dgm:t>
        <a:bodyPr/>
        <a:lstStyle/>
        <a:p>
          <a:endParaRPr lang="en-US"/>
        </a:p>
      </dgm:t>
    </dgm:pt>
    <dgm:pt modelId="{65DABA27-2ECC-49B9-8124-FD3FA0465FE5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Udviklingen</a:t>
          </a:r>
          <a:endParaRPr lang="en-US" dirty="0"/>
        </a:p>
      </dgm:t>
    </dgm:pt>
    <dgm:pt modelId="{75385AD3-ACCD-4727-99CC-84C988404BE2}" type="parTrans" cxnId="{0C30CEB8-E163-4AD1-AC97-2F03D5BD96E9}">
      <dgm:prSet/>
      <dgm:spPr/>
      <dgm:t>
        <a:bodyPr/>
        <a:lstStyle/>
        <a:p>
          <a:endParaRPr lang="en-US"/>
        </a:p>
      </dgm:t>
    </dgm:pt>
    <dgm:pt modelId="{443E7692-F0A1-4B2C-87AA-D19B95797247}" type="sibTrans" cxnId="{0C30CEB8-E163-4AD1-AC97-2F03D5BD96E9}">
      <dgm:prSet/>
      <dgm:spPr/>
      <dgm:t>
        <a:bodyPr/>
        <a:lstStyle/>
        <a:p>
          <a:endParaRPr lang="en-US"/>
        </a:p>
      </dgm:t>
    </dgm:pt>
    <dgm:pt modelId="{42CC2DD0-5102-4B7A-9B8C-E212E5D2DAAC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Applikation</a:t>
          </a:r>
          <a:endParaRPr lang="en-US" dirty="0"/>
        </a:p>
      </dgm:t>
    </dgm:pt>
    <dgm:pt modelId="{D0BF7828-CCFA-4387-964C-52BE055FB8E3}" type="parTrans" cxnId="{3B5BA8CE-2E2D-43EF-9A6A-0C3736E83511}">
      <dgm:prSet/>
      <dgm:spPr/>
      <dgm:t>
        <a:bodyPr/>
        <a:lstStyle/>
        <a:p>
          <a:endParaRPr lang="en-US"/>
        </a:p>
      </dgm:t>
    </dgm:pt>
    <dgm:pt modelId="{4F40854B-DF35-4EAE-8A8A-0BE00E4AEE3F}" type="sibTrans" cxnId="{3B5BA8CE-2E2D-43EF-9A6A-0C3736E83511}">
      <dgm:prSet/>
      <dgm:spPr/>
      <dgm:t>
        <a:bodyPr/>
        <a:lstStyle/>
        <a:p>
          <a:endParaRPr lang="en-US"/>
        </a:p>
      </dgm:t>
    </dgm:pt>
    <dgm:pt modelId="{A9BA9512-F9A0-41DC-B8EF-33F7156C1D24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Revurdering</a:t>
          </a:r>
          <a:endParaRPr lang="en-US" dirty="0"/>
        </a:p>
      </dgm:t>
    </dgm:pt>
    <dgm:pt modelId="{85A0EBE4-697D-4986-A2A7-851AC1FD67E5}" type="parTrans" cxnId="{9ED46AA9-AE9C-43B0-8F4B-09B9B04B0115}">
      <dgm:prSet/>
      <dgm:spPr/>
      <dgm:t>
        <a:bodyPr/>
        <a:lstStyle/>
        <a:p>
          <a:endParaRPr lang="en-US"/>
        </a:p>
      </dgm:t>
    </dgm:pt>
    <dgm:pt modelId="{74623FCB-7869-48DB-A848-9A41F133B5D4}" type="sibTrans" cxnId="{9ED46AA9-AE9C-43B0-8F4B-09B9B04B0115}">
      <dgm:prSet/>
      <dgm:spPr/>
      <dgm:t>
        <a:bodyPr/>
        <a:lstStyle/>
        <a:p>
          <a:endParaRPr lang="en-US"/>
        </a:p>
      </dgm:t>
    </dgm:pt>
    <dgm:pt modelId="{4044780E-7EFF-4CA7-9789-A3FDCFD7A349}" type="pres">
      <dgm:prSet presAssocID="{530A09A5-7261-4EF6-AE33-135B19705BB1}" presName="root" presStyleCnt="0">
        <dgm:presLayoutVars>
          <dgm:dir/>
          <dgm:resizeHandles val="exact"/>
        </dgm:presLayoutVars>
      </dgm:prSet>
      <dgm:spPr/>
    </dgm:pt>
    <dgm:pt modelId="{EF19C6AF-1028-4A6A-9102-405B05853B1D}" type="pres">
      <dgm:prSet presAssocID="{3F3C81CC-892C-46EE-A47C-45AA9980E706}" presName="compNode" presStyleCnt="0"/>
      <dgm:spPr/>
    </dgm:pt>
    <dgm:pt modelId="{B67B4F45-8616-4F5C-96ED-25228C976CB6}" type="pres">
      <dgm:prSet presAssocID="{3F3C81CC-892C-46EE-A47C-45AA9980E706}" presName="bgRect" presStyleLbl="bgShp" presStyleIdx="0" presStyleCnt="5"/>
      <dgm:spPr/>
    </dgm:pt>
    <dgm:pt modelId="{5A76050A-7FEA-4FCC-925F-F8767ECB2704}" type="pres">
      <dgm:prSet presAssocID="{3F3C81CC-892C-46EE-A47C-45AA9980E70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0A6F353C-2665-49CB-8D85-71D14EF301D6}" type="pres">
      <dgm:prSet presAssocID="{3F3C81CC-892C-46EE-A47C-45AA9980E706}" presName="spaceRect" presStyleCnt="0"/>
      <dgm:spPr/>
    </dgm:pt>
    <dgm:pt modelId="{F462E1EC-CEA8-435A-8C6D-BFF72D94060A}" type="pres">
      <dgm:prSet presAssocID="{3F3C81CC-892C-46EE-A47C-45AA9980E706}" presName="parTx" presStyleLbl="revTx" presStyleIdx="0" presStyleCnt="5">
        <dgm:presLayoutVars>
          <dgm:chMax val="0"/>
          <dgm:chPref val="0"/>
        </dgm:presLayoutVars>
      </dgm:prSet>
      <dgm:spPr/>
    </dgm:pt>
    <dgm:pt modelId="{2E46656E-3B63-47FB-8C63-EAD06963966E}" type="pres">
      <dgm:prSet presAssocID="{54800D31-0DA9-4A81-81DD-7BFCF879A43C}" presName="sibTrans" presStyleCnt="0"/>
      <dgm:spPr/>
    </dgm:pt>
    <dgm:pt modelId="{3811CE99-04EE-404B-8AED-88D7F46816AA}" type="pres">
      <dgm:prSet presAssocID="{9C513D87-721F-47AC-B0F4-865EDBFD2044}" presName="compNode" presStyleCnt="0"/>
      <dgm:spPr/>
    </dgm:pt>
    <dgm:pt modelId="{5239D698-3DFC-4715-907E-F6121CA01C7F}" type="pres">
      <dgm:prSet presAssocID="{9C513D87-721F-47AC-B0F4-865EDBFD2044}" presName="bgRect" presStyleLbl="bgShp" presStyleIdx="1" presStyleCnt="5"/>
      <dgm:spPr/>
    </dgm:pt>
    <dgm:pt modelId="{507714A8-D788-4EF9-BB07-862E87EDC3BC}" type="pres">
      <dgm:prSet presAssocID="{9C513D87-721F-47AC-B0F4-865EDBFD204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0BC021D-377E-422E-816F-54BDE39D94D3}" type="pres">
      <dgm:prSet presAssocID="{9C513D87-721F-47AC-B0F4-865EDBFD2044}" presName="spaceRect" presStyleCnt="0"/>
      <dgm:spPr/>
    </dgm:pt>
    <dgm:pt modelId="{131434C1-C25B-46DA-96C3-CC36EF7A4DC9}" type="pres">
      <dgm:prSet presAssocID="{9C513D87-721F-47AC-B0F4-865EDBFD2044}" presName="parTx" presStyleLbl="revTx" presStyleIdx="1" presStyleCnt="5">
        <dgm:presLayoutVars>
          <dgm:chMax val="0"/>
          <dgm:chPref val="0"/>
        </dgm:presLayoutVars>
      </dgm:prSet>
      <dgm:spPr/>
    </dgm:pt>
    <dgm:pt modelId="{501CC415-1650-49C4-8480-E75A0B4CFD05}" type="pres">
      <dgm:prSet presAssocID="{204FB8F1-DDF5-404C-9A13-48256C14EB46}" presName="sibTrans" presStyleCnt="0"/>
      <dgm:spPr/>
    </dgm:pt>
    <dgm:pt modelId="{EA7F4CCF-D096-4236-A423-0E75D9867595}" type="pres">
      <dgm:prSet presAssocID="{65DABA27-2ECC-49B9-8124-FD3FA0465FE5}" presName="compNode" presStyleCnt="0"/>
      <dgm:spPr/>
    </dgm:pt>
    <dgm:pt modelId="{B4C149AA-9441-494E-9AE3-83FA65EE4506}" type="pres">
      <dgm:prSet presAssocID="{65DABA27-2ECC-49B9-8124-FD3FA0465FE5}" presName="bgRect" presStyleLbl="bgShp" presStyleIdx="2" presStyleCnt="5"/>
      <dgm:spPr/>
    </dgm:pt>
    <dgm:pt modelId="{FE733A51-F48D-46E5-AA2A-C440E77C0D8B}" type="pres">
      <dgm:prSet presAssocID="{65DABA27-2ECC-49B9-8124-FD3FA0465FE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kler"/>
        </a:ext>
      </dgm:extLst>
    </dgm:pt>
    <dgm:pt modelId="{F7C0BBD8-72AD-4485-B30A-F131E3010574}" type="pres">
      <dgm:prSet presAssocID="{65DABA27-2ECC-49B9-8124-FD3FA0465FE5}" presName="spaceRect" presStyleCnt="0"/>
      <dgm:spPr/>
    </dgm:pt>
    <dgm:pt modelId="{A2D4E53A-53F6-4FA9-8402-886DE584A168}" type="pres">
      <dgm:prSet presAssocID="{65DABA27-2ECC-49B9-8124-FD3FA0465FE5}" presName="parTx" presStyleLbl="revTx" presStyleIdx="2" presStyleCnt="5">
        <dgm:presLayoutVars>
          <dgm:chMax val="0"/>
          <dgm:chPref val="0"/>
        </dgm:presLayoutVars>
      </dgm:prSet>
      <dgm:spPr/>
    </dgm:pt>
    <dgm:pt modelId="{B72F7ECC-06DA-4D7F-B79E-5B76939CFE3D}" type="pres">
      <dgm:prSet presAssocID="{443E7692-F0A1-4B2C-87AA-D19B95797247}" presName="sibTrans" presStyleCnt="0"/>
      <dgm:spPr/>
    </dgm:pt>
    <dgm:pt modelId="{4C73CDF8-5474-4FA4-A448-6E3B931F0917}" type="pres">
      <dgm:prSet presAssocID="{42CC2DD0-5102-4B7A-9B8C-E212E5D2DAAC}" presName="compNode" presStyleCnt="0"/>
      <dgm:spPr/>
    </dgm:pt>
    <dgm:pt modelId="{DFBEC994-664A-4732-8190-72624CDC37BF}" type="pres">
      <dgm:prSet presAssocID="{42CC2DD0-5102-4B7A-9B8C-E212E5D2DAAC}" presName="bgRect" presStyleLbl="bgShp" presStyleIdx="3" presStyleCnt="5"/>
      <dgm:spPr/>
    </dgm:pt>
    <dgm:pt modelId="{900AF3DD-CBA8-4F29-ABCE-44AF13A94285}" type="pres">
      <dgm:prSet presAssocID="{42CC2DD0-5102-4B7A-9B8C-E212E5D2DAA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02AAE94-30BE-4CBF-A82A-0AC7E82B2FFE}" type="pres">
      <dgm:prSet presAssocID="{42CC2DD0-5102-4B7A-9B8C-E212E5D2DAAC}" presName="spaceRect" presStyleCnt="0"/>
      <dgm:spPr/>
    </dgm:pt>
    <dgm:pt modelId="{2F8E9CB7-950B-48AF-BF32-D9E3A42EC524}" type="pres">
      <dgm:prSet presAssocID="{42CC2DD0-5102-4B7A-9B8C-E212E5D2DAAC}" presName="parTx" presStyleLbl="revTx" presStyleIdx="3" presStyleCnt="5">
        <dgm:presLayoutVars>
          <dgm:chMax val="0"/>
          <dgm:chPref val="0"/>
        </dgm:presLayoutVars>
      </dgm:prSet>
      <dgm:spPr/>
    </dgm:pt>
    <dgm:pt modelId="{5FB69400-21A2-4BBE-9291-82E877065BB8}" type="pres">
      <dgm:prSet presAssocID="{4F40854B-DF35-4EAE-8A8A-0BE00E4AEE3F}" presName="sibTrans" presStyleCnt="0"/>
      <dgm:spPr/>
    </dgm:pt>
    <dgm:pt modelId="{144CE965-542A-43D2-9205-4F25AF777514}" type="pres">
      <dgm:prSet presAssocID="{A9BA9512-F9A0-41DC-B8EF-33F7156C1D24}" presName="compNode" presStyleCnt="0"/>
      <dgm:spPr/>
    </dgm:pt>
    <dgm:pt modelId="{415CAA96-29B3-454D-8558-6D2EA92F480A}" type="pres">
      <dgm:prSet presAssocID="{A9BA9512-F9A0-41DC-B8EF-33F7156C1D24}" presName="bgRect" presStyleLbl="bgShp" presStyleIdx="4" presStyleCnt="5"/>
      <dgm:spPr/>
    </dgm:pt>
    <dgm:pt modelId="{7E2A5A5E-6E9C-4F99-90E3-E14AE763A650}" type="pres">
      <dgm:prSet presAssocID="{A9BA9512-F9A0-41DC-B8EF-33F7156C1D2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D1A9DA59-3665-4C42-A700-3A387FA6C6DB}" type="pres">
      <dgm:prSet presAssocID="{A9BA9512-F9A0-41DC-B8EF-33F7156C1D24}" presName="spaceRect" presStyleCnt="0"/>
      <dgm:spPr/>
    </dgm:pt>
    <dgm:pt modelId="{5BF24F92-3466-4B81-B5EE-0B7F47A5156B}" type="pres">
      <dgm:prSet presAssocID="{A9BA9512-F9A0-41DC-B8EF-33F7156C1D24}" presName="parTx" presStyleLbl="revTx" presStyleIdx="4" presStyleCnt="5" custLinFactNeighborX="0" custLinFactNeighborY="-2171">
        <dgm:presLayoutVars>
          <dgm:chMax val="0"/>
          <dgm:chPref val="0"/>
        </dgm:presLayoutVars>
      </dgm:prSet>
      <dgm:spPr/>
    </dgm:pt>
  </dgm:ptLst>
  <dgm:cxnLst>
    <dgm:cxn modelId="{04F97E25-F202-42D9-8950-702F12F0EE1C}" type="presOf" srcId="{9C513D87-721F-47AC-B0F4-865EDBFD2044}" destId="{131434C1-C25B-46DA-96C3-CC36EF7A4DC9}" srcOrd="0" destOrd="0" presId="urn:microsoft.com/office/officeart/2018/2/layout/IconVerticalSolidList"/>
    <dgm:cxn modelId="{7BE72D5F-2E87-43A9-8FDE-AD00912BECB4}" type="presOf" srcId="{42CC2DD0-5102-4B7A-9B8C-E212E5D2DAAC}" destId="{2F8E9CB7-950B-48AF-BF32-D9E3A42EC524}" srcOrd="0" destOrd="0" presId="urn:microsoft.com/office/officeart/2018/2/layout/IconVerticalSolidList"/>
    <dgm:cxn modelId="{F9006862-85A1-4110-AF06-FE60495D0A88}" type="presOf" srcId="{A9BA9512-F9A0-41DC-B8EF-33F7156C1D24}" destId="{5BF24F92-3466-4B81-B5EE-0B7F47A5156B}" srcOrd="0" destOrd="0" presId="urn:microsoft.com/office/officeart/2018/2/layout/IconVerticalSolidList"/>
    <dgm:cxn modelId="{C1E8178E-9649-4C69-BF8E-B10061A4D528}" type="presOf" srcId="{3F3C81CC-892C-46EE-A47C-45AA9980E706}" destId="{F462E1EC-CEA8-435A-8C6D-BFF72D94060A}" srcOrd="0" destOrd="0" presId="urn:microsoft.com/office/officeart/2018/2/layout/IconVerticalSolidList"/>
    <dgm:cxn modelId="{9ED46AA9-AE9C-43B0-8F4B-09B9B04B0115}" srcId="{530A09A5-7261-4EF6-AE33-135B19705BB1}" destId="{A9BA9512-F9A0-41DC-B8EF-33F7156C1D24}" srcOrd="4" destOrd="0" parTransId="{85A0EBE4-697D-4986-A2A7-851AC1FD67E5}" sibTransId="{74623FCB-7869-48DB-A848-9A41F133B5D4}"/>
    <dgm:cxn modelId="{E6081FAB-5F61-4333-BD4A-8C4393342057}" type="presOf" srcId="{530A09A5-7261-4EF6-AE33-135B19705BB1}" destId="{4044780E-7EFF-4CA7-9789-A3FDCFD7A349}" srcOrd="0" destOrd="0" presId="urn:microsoft.com/office/officeart/2018/2/layout/IconVerticalSolidList"/>
    <dgm:cxn modelId="{0C30CEB8-E163-4AD1-AC97-2F03D5BD96E9}" srcId="{530A09A5-7261-4EF6-AE33-135B19705BB1}" destId="{65DABA27-2ECC-49B9-8124-FD3FA0465FE5}" srcOrd="2" destOrd="0" parTransId="{75385AD3-ACCD-4727-99CC-84C988404BE2}" sibTransId="{443E7692-F0A1-4B2C-87AA-D19B95797247}"/>
    <dgm:cxn modelId="{3B5BA8CE-2E2D-43EF-9A6A-0C3736E83511}" srcId="{530A09A5-7261-4EF6-AE33-135B19705BB1}" destId="{42CC2DD0-5102-4B7A-9B8C-E212E5D2DAAC}" srcOrd="3" destOrd="0" parTransId="{D0BF7828-CCFA-4387-964C-52BE055FB8E3}" sibTransId="{4F40854B-DF35-4EAE-8A8A-0BE00E4AEE3F}"/>
    <dgm:cxn modelId="{144A87E7-C633-4F55-A057-C5C1906EE556}" srcId="{530A09A5-7261-4EF6-AE33-135B19705BB1}" destId="{3F3C81CC-892C-46EE-A47C-45AA9980E706}" srcOrd="0" destOrd="0" parTransId="{530725F4-6063-4431-B3FB-4777B95566D9}" sibTransId="{54800D31-0DA9-4A81-81DD-7BFCF879A43C}"/>
    <dgm:cxn modelId="{949E11EB-CD9B-4456-9446-54E4B92C7472}" type="presOf" srcId="{65DABA27-2ECC-49B9-8124-FD3FA0465FE5}" destId="{A2D4E53A-53F6-4FA9-8402-886DE584A168}" srcOrd="0" destOrd="0" presId="urn:microsoft.com/office/officeart/2018/2/layout/IconVerticalSolidList"/>
    <dgm:cxn modelId="{500033FE-D150-4236-A952-CA4B596024C1}" srcId="{530A09A5-7261-4EF6-AE33-135B19705BB1}" destId="{9C513D87-721F-47AC-B0F4-865EDBFD2044}" srcOrd="1" destOrd="0" parTransId="{D564CB28-01C5-4D8F-BFE2-ACD80F2F3B84}" sibTransId="{204FB8F1-DDF5-404C-9A13-48256C14EB46}"/>
    <dgm:cxn modelId="{B8CA579A-48F6-48D7-8293-31B967C4CA2B}" type="presParOf" srcId="{4044780E-7EFF-4CA7-9789-A3FDCFD7A349}" destId="{EF19C6AF-1028-4A6A-9102-405B05853B1D}" srcOrd="0" destOrd="0" presId="urn:microsoft.com/office/officeart/2018/2/layout/IconVerticalSolidList"/>
    <dgm:cxn modelId="{F2679335-6B63-4FC4-AA74-742F8DF66670}" type="presParOf" srcId="{EF19C6AF-1028-4A6A-9102-405B05853B1D}" destId="{B67B4F45-8616-4F5C-96ED-25228C976CB6}" srcOrd="0" destOrd="0" presId="urn:microsoft.com/office/officeart/2018/2/layout/IconVerticalSolidList"/>
    <dgm:cxn modelId="{34113E64-DE2C-41A5-8B99-7FF1DEFE9808}" type="presParOf" srcId="{EF19C6AF-1028-4A6A-9102-405B05853B1D}" destId="{5A76050A-7FEA-4FCC-925F-F8767ECB2704}" srcOrd="1" destOrd="0" presId="urn:microsoft.com/office/officeart/2018/2/layout/IconVerticalSolidList"/>
    <dgm:cxn modelId="{C0E16067-1017-40E4-8552-0A636A7569F1}" type="presParOf" srcId="{EF19C6AF-1028-4A6A-9102-405B05853B1D}" destId="{0A6F353C-2665-49CB-8D85-71D14EF301D6}" srcOrd="2" destOrd="0" presId="urn:microsoft.com/office/officeart/2018/2/layout/IconVerticalSolidList"/>
    <dgm:cxn modelId="{D5AF01DB-01C2-4D57-AD95-63C4D8947A29}" type="presParOf" srcId="{EF19C6AF-1028-4A6A-9102-405B05853B1D}" destId="{F462E1EC-CEA8-435A-8C6D-BFF72D94060A}" srcOrd="3" destOrd="0" presId="urn:microsoft.com/office/officeart/2018/2/layout/IconVerticalSolidList"/>
    <dgm:cxn modelId="{D3B6B2DB-5913-4CBC-922D-4884798F8313}" type="presParOf" srcId="{4044780E-7EFF-4CA7-9789-A3FDCFD7A349}" destId="{2E46656E-3B63-47FB-8C63-EAD06963966E}" srcOrd="1" destOrd="0" presId="urn:microsoft.com/office/officeart/2018/2/layout/IconVerticalSolidList"/>
    <dgm:cxn modelId="{BDA0DFDC-353A-4B57-95E6-A4547BAE8121}" type="presParOf" srcId="{4044780E-7EFF-4CA7-9789-A3FDCFD7A349}" destId="{3811CE99-04EE-404B-8AED-88D7F46816AA}" srcOrd="2" destOrd="0" presId="urn:microsoft.com/office/officeart/2018/2/layout/IconVerticalSolidList"/>
    <dgm:cxn modelId="{81140E4D-2359-4FFB-A31A-EB51AA016C5B}" type="presParOf" srcId="{3811CE99-04EE-404B-8AED-88D7F46816AA}" destId="{5239D698-3DFC-4715-907E-F6121CA01C7F}" srcOrd="0" destOrd="0" presId="urn:microsoft.com/office/officeart/2018/2/layout/IconVerticalSolidList"/>
    <dgm:cxn modelId="{2DAD1B2B-209F-4B5D-A47F-71EDF03B6181}" type="presParOf" srcId="{3811CE99-04EE-404B-8AED-88D7F46816AA}" destId="{507714A8-D788-4EF9-BB07-862E87EDC3BC}" srcOrd="1" destOrd="0" presId="urn:microsoft.com/office/officeart/2018/2/layout/IconVerticalSolidList"/>
    <dgm:cxn modelId="{4FF92839-1BE5-4FCF-9867-D0919997F5E5}" type="presParOf" srcId="{3811CE99-04EE-404B-8AED-88D7F46816AA}" destId="{F0BC021D-377E-422E-816F-54BDE39D94D3}" srcOrd="2" destOrd="0" presId="urn:microsoft.com/office/officeart/2018/2/layout/IconVerticalSolidList"/>
    <dgm:cxn modelId="{3B136167-180B-4256-8423-14FC6FDB6C5C}" type="presParOf" srcId="{3811CE99-04EE-404B-8AED-88D7F46816AA}" destId="{131434C1-C25B-46DA-96C3-CC36EF7A4DC9}" srcOrd="3" destOrd="0" presId="urn:microsoft.com/office/officeart/2018/2/layout/IconVerticalSolidList"/>
    <dgm:cxn modelId="{21BF5992-363E-43CF-9730-C1476DCC5FA2}" type="presParOf" srcId="{4044780E-7EFF-4CA7-9789-A3FDCFD7A349}" destId="{501CC415-1650-49C4-8480-E75A0B4CFD05}" srcOrd="3" destOrd="0" presId="urn:microsoft.com/office/officeart/2018/2/layout/IconVerticalSolidList"/>
    <dgm:cxn modelId="{3EC86279-5381-4C5B-A1CA-AAB31077E6A4}" type="presParOf" srcId="{4044780E-7EFF-4CA7-9789-A3FDCFD7A349}" destId="{EA7F4CCF-D096-4236-A423-0E75D9867595}" srcOrd="4" destOrd="0" presId="urn:microsoft.com/office/officeart/2018/2/layout/IconVerticalSolidList"/>
    <dgm:cxn modelId="{54C0437F-3435-4CA4-9050-2C695854F1CB}" type="presParOf" srcId="{EA7F4CCF-D096-4236-A423-0E75D9867595}" destId="{B4C149AA-9441-494E-9AE3-83FA65EE4506}" srcOrd="0" destOrd="0" presId="urn:microsoft.com/office/officeart/2018/2/layout/IconVerticalSolidList"/>
    <dgm:cxn modelId="{4F9CDD65-5E80-48E0-AD9E-6C29CA97EC36}" type="presParOf" srcId="{EA7F4CCF-D096-4236-A423-0E75D9867595}" destId="{FE733A51-F48D-46E5-AA2A-C440E77C0D8B}" srcOrd="1" destOrd="0" presId="urn:microsoft.com/office/officeart/2018/2/layout/IconVerticalSolidList"/>
    <dgm:cxn modelId="{06043B81-675B-4DEF-9C0B-B1022233927D}" type="presParOf" srcId="{EA7F4CCF-D096-4236-A423-0E75D9867595}" destId="{F7C0BBD8-72AD-4485-B30A-F131E3010574}" srcOrd="2" destOrd="0" presId="urn:microsoft.com/office/officeart/2018/2/layout/IconVerticalSolidList"/>
    <dgm:cxn modelId="{A34A2C61-ABC1-4BE7-AFD5-7973BDAF3A01}" type="presParOf" srcId="{EA7F4CCF-D096-4236-A423-0E75D9867595}" destId="{A2D4E53A-53F6-4FA9-8402-886DE584A168}" srcOrd="3" destOrd="0" presId="urn:microsoft.com/office/officeart/2018/2/layout/IconVerticalSolidList"/>
    <dgm:cxn modelId="{E1318D31-8F3E-4FAF-AEC4-9B0585DF97AD}" type="presParOf" srcId="{4044780E-7EFF-4CA7-9789-A3FDCFD7A349}" destId="{B72F7ECC-06DA-4D7F-B79E-5B76939CFE3D}" srcOrd="5" destOrd="0" presId="urn:microsoft.com/office/officeart/2018/2/layout/IconVerticalSolidList"/>
    <dgm:cxn modelId="{4983259E-8266-4391-A3DF-51D0390E303F}" type="presParOf" srcId="{4044780E-7EFF-4CA7-9789-A3FDCFD7A349}" destId="{4C73CDF8-5474-4FA4-A448-6E3B931F0917}" srcOrd="6" destOrd="0" presId="urn:microsoft.com/office/officeart/2018/2/layout/IconVerticalSolidList"/>
    <dgm:cxn modelId="{89470C58-F4B6-4A7F-AFF4-A03C253C64CC}" type="presParOf" srcId="{4C73CDF8-5474-4FA4-A448-6E3B931F0917}" destId="{DFBEC994-664A-4732-8190-72624CDC37BF}" srcOrd="0" destOrd="0" presId="urn:microsoft.com/office/officeart/2018/2/layout/IconVerticalSolidList"/>
    <dgm:cxn modelId="{C096B9E9-EA78-4CD7-949B-44C66D53BA3C}" type="presParOf" srcId="{4C73CDF8-5474-4FA4-A448-6E3B931F0917}" destId="{900AF3DD-CBA8-4F29-ABCE-44AF13A94285}" srcOrd="1" destOrd="0" presId="urn:microsoft.com/office/officeart/2018/2/layout/IconVerticalSolidList"/>
    <dgm:cxn modelId="{9F991174-57BC-417E-AA50-F3586CA494BB}" type="presParOf" srcId="{4C73CDF8-5474-4FA4-A448-6E3B931F0917}" destId="{202AAE94-30BE-4CBF-A82A-0AC7E82B2FFE}" srcOrd="2" destOrd="0" presId="urn:microsoft.com/office/officeart/2018/2/layout/IconVerticalSolidList"/>
    <dgm:cxn modelId="{8F082A99-4087-447A-9181-E94E809E4131}" type="presParOf" srcId="{4C73CDF8-5474-4FA4-A448-6E3B931F0917}" destId="{2F8E9CB7-950B-48AF-BF32-D9E3A42EC524}" srcOrd="3" destOrd="0" presId="urn:microsoft.com/office/officeart/2018/2/layout/IconVerticalSolidList"/>
    <dgm:cxn modelId="{C7456332-73EF-4345-9557-644C487206F7}" type="presParOf" srcId="{4044780E-7EFF-4CA7-9789-A3FDCFD7A349}" destId="{5FB69400-21A2-4BBE-9291-82E877065BB8}" srcOrd="7" destOrd="0" presId="urn:microsoft.com/office/officeart/2018/2/layout/IconVerticalSolidList"/>
    <dgm:cxn modelId="{2393D9AB-E841-41E0-900A-F3D8740C1466}" type="presParOf" srcId="{4044780E-7EFF-4CA7-9789-A3FDCFD7A349}" destId="{144CE965-542A-43D2-9205-4F25AF777514}" srcOrd="8" destOrd="0" presId="urn:microsoft.com/office/officeart/2018/2/layout/IconVerticalSolidList"/>
    <dgm:cxn modelId="{7EB81835-CA4C-49E6-9899-371B28B78082}" type="presParOf" srcId="{144CE965-542A-43D2-9205-4F25AF777514}" destId="{415CAA96-29B3-454D-8558-6D2EA92F480A}" srcOrd="0" destOrd="0" presId="urn:microsoft.com/office/officeart/2018/2/layout/IconVerticalSolidList"/>
    <dgm:cxn modelId="{341A7528-8DFF-4AA7-B0EF-6F36D8D77EF6}" type="presParOf" srcId="{144CE965-542A-43D2-9205-4F25AF777514}" destId="{7E2A5A5E-6E9C-4F99-90E3-E14AE763A650}" srcOrd="1" destOrd="0" presId="urn:microsoft.com/office/officeart/2018/2/layout/IconVerticalSolidList"/>
    <dgm:cxn modelId="{B9403795-AF11-4152-B0E1-94F9061A96E9}" type="presParOf" srcId="{144CE965-542A-43D2-9205-4F25AF777514}" destId="{D1A9DA59-3665-4C42-A700-3A387FA6C6DB}" srcOrd="2" destOrd="0" presId="urn:microsoft.com/office/officeart/2018/2/layout/IconVerticalSolidList"/>
    <dgm:cxn modelId="{CC575AB6-E396-4604-AC4F-DD8A9852422C}" type="presParOf" srcId="{144CE965-542A-43D2-9205-4F25AF777514}" destId="{5BF24F92-3466-4B81-B5EE-0B7F47A515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A67B3-52E4-44C9-BC40-6CE506AFD3E1}">
      <dsp:nvSpPr>
        <dsp:cNvPr id="0" name=""/>
        <dsp:cNvSpPr/>
      </dsp:nvSpPr>
      <dsp:spPr>
        <a:xfrm>
          <a:off x="0" y="2687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7AB32-8428-4252-A34F-77AFE27F0922}">
      <dsp:nvSpPr>
        <dsp:cNvPr id="0" name=""/>
        <dsp:cNvSpPr/>
      </dsp:nvSpPr>
      <dsp:spPr>
        <a:xfrm>
          <a:off x="0" y="2687"/>
          <a:ext cx="6263640" cy="183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dirty="0"/>
            <a:t>Distancen</a:t>
          </a:r>
          <a:endParaRPr lang="en-US" sz="6500" kern="1200" dirty="0"/>
        </a:p>
      </dsp:txBody>
      <dsp:txXfrm>
        <a:off x="0" y="2687"/>
        <a:ext cx="6263640" cy="1833104"/>
      </dsp:txXfrm>
    </dsp:sp>
    <dsp:sp modelId="{A7CC5DE7-B177-4C4C-A8C3-773C7A7F50E1}">
      <dsp:nvSpPr>
        <dsp:cNvPr id="0" name=""/>
        <dsp:cNvSpPr/>
      </dsp:nvSpPr>
      <dsp:spPr>
        <a:xfrm>
          <a:off x="0" y="1835791"/>
          <a:ext cx="626364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B4F80-DDB3-4161-A6A6-A81E6A5F2DE4}">
      <dsp:nvSpPr>
        <dsp:cNvPr id="0" name=""/>
        <dsp:cNvSpPr/>
      </dsp:nvSpPr>
      <dsp:spPr>
        <a:xfrm>
          <a:off x="0" y="1835791"/>
          <a:ext cx="6263640" cy="183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dirty="0"/>
            <a:t>Mulighederne</a:t>
          </a:r>
          <a:endParaRPr lang="en-US" sz="6500" kern="1200" dirty="0"/>
        </a:p>
      </dsp:txBody>
      <dsp:txXfrm>
        <a:off x="0" y="1835791"/>
        <a:ext cx="6263640" cy="1833104"/>
      </dsp:txXfrm>
    </dsp:sp>
    <dsp:sp modelId="{BC581974-7FBB-4DED-B976-E23DDEFB82D5}">
      <dsp:nvSpPr>
        <dsp:cNvPr id="0" name=""/>
        <dsp:cNvSpPr/>
      </dsp:nvSpPr>
      <dsp:spPr>
        <a:xfrm>
          <a:off x="0" y="3668896"/>
          <a:ext cx="626364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69D58-840A-4EAE-B312-56A36B38454C}">
      <dsp:nvSpPr>
        <dsp:cNvPr id="0" name=""/>
        <dsp:cNvSpPr/>
      </dsp:nvSpPr>
      <dsp:spPr>
        <a:xfrm>
          <a:off x="0" y="3668896"/>
          <a:ext cx="6263640" cy="183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dirty="0"/>
            <a:t>Løsning</a:t>
          </a:r>
          <a:endParaRPr lang="en-US" sz="6500" kern="1200" dirty="0"/>
        </a:p>
      </dsp:txBody>
      <dsp:txXfrm>
        <a:off x="0" y="3668896"/>
        <a:ext cx="6263640" cy="18331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205EF-3AB5-45BE-BCA7-93979AF27B26}">
      <dsp:nvSpPr>
        <dsp:cNvPr id="0" name=""/>
        <dsp:cNvSpPr/>
      </dsp:nvSpPr>
      <dsp:spPr>
        <a:xfrm>
          <a:off x="0" y="0"/>
          <a:ext cx="4823002" cy="990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Afklare løsningsmuligheder</a:t>
          </a:r>
          <a:endParaRPr lang="en-US" sz="2600" kern="1200" dirty="0"/>
        </a:p>
      </dsp:txBody>
      <dsp:txXfrm>
        <a:off x="29021" y="29021"/>
        <a:ext cx="3637875" cy="932801"/>
      </dsp:txXfrm>
    </dsp:sp>
    <dsp:sp modelId="{166A8254-A01D-4856-B77A-3D5809BEA95C}">
      <dsp:nvSpPr>
        <dsp:cNvPr id="0" name=""/>
        <dsp:cNvSpPr/>
      </dsp:nvSpPr>
      <dsp:spPr>
        <a:xfrm>
          <a:off x="360159" y="1128461"/>
          <a:ext cx="4823002" cy="990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Interview</a:t>
          </a:r>
          <a:endParaRPr lang="en-US" sz="2600" kern="1200"/>
        </a:p>
      </dsp:txBody>
      <dsp:txXfrm>
        <a:off x="389180" y="1157482"/>
        <a:ext cx="3760753" cy="932801"/>
      </dsp:txXfrm>
    </dsp:sp>
    <dsp:sp modelId="{502406F8-052A-4319-A787-C17EAC9CC5C7}">
      <dsp:nvSpPr>
        <dsp:cNvPr id="0" name=""/>
        <dsp:cNvSpPr/>
      </dsp:nvSpPr>
      <dsp:spPr>
        <a:xfrm>
          <a:off x="720318" y="2256922"/>
          <a:ext cx="4823002" cy="990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Cykler</a:t>
          </a:r>
          <a:endParaRPr lang="en-US" sz="2600" kern="1200"/>
        </a:p>
      </dsp:txBody>
      <dsp:txXfrm>
        <a:off x="749339" y="2285943"/>
        <a:ext cx="3760753" cy="932801"/>
      </dsp:txXfrm>
    </dsp:sp>
    <dsp:sp modelId="{3D8515FB-B895-4206-A890-CE5214F55E8B}">
      <dsp:nvSpPr>
        <dsp:cNvPr id="0" name=""/>
        <dsp:cNvSpPr/>
      </dsp:nvSpPr>
      <dsp:spPr>
        <a:xfrm>
          <a:off x="1080477" y="3385383"/>
          <a:ext cx="4823002" cy="990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Online applikation</a:t>
          </a:r>
          <a:endParaRPr lang="en-US" sz="2600" kern="1200"/>
        </a:p>
      </dsp:txBody>
      <dsp:txXfrm>
        <a:off x="1109498" y="3414404"/>
        <a:ext cx="3760753" cy="932801"/>
      </dsp:txXfrm>
    </dsp:sp>
    <dsp:sp modelId="{B19A6198-0F95-460D-A8C9-5E11B07C52E8}">
      <dsp:nvSpPr>
        <dsp:cNvPr id="0" name=""/>
        <dsp:cNvSpPr/>
      </dsp:nvSpPr>
      <dsp:spPr>
        <a:xfrm>
          <a:off x="1440637" y="4513844"/>
          <a:ext cx="4823002" cy="990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Revurdering</a:t>
          </a:r>
          <a:endParaRPr lang="en-US" sz="2600" kern="1200"/>
        </a:p>
      </dsp:txBody>
      <dsp:txXfrm>
        <a:off x="1469658" y="4542865"/>
        <a:ext cx="3760753" cy="932801"/>
      </dsp:txXfrm>
    </dsp:sp>
    <dsp:sp modelId="{64611614-98B1-405F-9786-6A0573160409}">
      <dsp:nvSpPr>
        <dsp:cNvPr id="0" name=""/>
        <dsp:cNvSpPr/>
      </dsp:nvSpPr>
      <dsp:spPr>
        <a:xfrm>
          <a:off x="4178954" y="723866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323865" y="723866"/>
        <a:ext cx="354226" cy="484646"/>
      </dsp:txXfrm>
    </dsp:sp>
    <dsp:sp modelId="{BB319919-A046-4544-B6C9-D021B62964E8}">
      <dsp:nvSpPr>
        <dsp:cNvPr id="0" name=""/>
        <dsp:cNvSpPr/>
      </dsp:nvSpPr>
      <dsp:spPr>
        <a:xfrm>
          <a:off x="4539113" y="1852327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684024" y="1852327"/>
        <a:ext cx="354226" cy="484646"/>
      </dsp:txXfrm>
    </dsp:sp>
    <dsp:sp modelId="{25F3E8A3-923A-447F-BD4C-A034166AD4CA}">
      <dsp:nvSpPr>
        <dsp:cNvPr id="0" name=""/>
        <dsp:cNvSpPr/>
      </dsp:nvSpPr>
      <dsp:spPr>
        <a:xfrm>
          <a:off x="4899272" y="2964274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044183" y="2964274"/>
        <a:ext cx="354226" cy="484646"/>
      </dsp:txXfrm>
    </dsp:sp>
    <dsp:sp modelId="{DF820D1C-D2B0-4300-B4BB-7C4F39169C7E}">
      <dsp:nvSpPr>
        <dsp:cNvPr id="0" name=""/>
        <dsp:cNvSpPr/>
      </dsp:nvSpPr>
      <dsp:spPr>
        <a:xfrm>
          <a:off x="5259432" y="4103744"/>
          <a:ext cx="644048" cy="644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404343" y="4103744"/>
        <a:ext cx="354226" cy="484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C5D32-5C55-4F36-8C0E-D46FAF2F85EE}">
      <dsp:nvSpPr>
        <dsp:cNvPr id="0" name=""/>
        <dsp:cNvSpPr/>
      </dsp:nvSpPr>
      <dsp:spPr>
        <a:xfrm>
          <a:off x="973190" y="987326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DFA15-AFB4-46F4-AEFF-03A1D9B4830B}">
      <dsp:nvSpPr>
        <dsp:cNvPr id="0" name=""/>
        <dsp:cNvSpPr/>
      </dsp:nvSpPr>
      <dsp:spPr>
        <a:xfrm>
          <a:off x="1242597" y="1256734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9B42B-C44F-48CA-A46F-D39B553790F3}">
      <dsp:nvSpPr>
        <dsp:cNvPr id="0" name=""/>
        <dsp:cNvSpPr/>
      </dsp:nvSpPr>
      <dsp:spPr>
        <a:xfrm>
          <a:off x="569079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700" kern="1200"/>
            <a:t>Node.js</a:t>
          </a:r>
          <a:endParaRPr lang="en-US" sz="1700" kern="1200"/>
        </a:p>
      </dsp:txBody>
      <dsp:txXfrm>
        <a:off x="569079" y="2645217"/>
        <a:ext cx="2072362" cy="720000"/>
      </dsp:txXfrm>
    </dsp:sp>
    <dsp:sp modelId="{5115B23C-6C54-4B91-B9FA-31F101D8DC67}">
      <dsp:nvSpPr>
        <dsp:cNvPr id="0" name=""/>
        <dsp:cNvSpPr/>
      </dsp:nvSpPr>
      <dsp:spPr>
        <a:xfrm>
          <a:off x="3408216" y="987326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DBB52-3AAD-4F61-B895-AADDC558B830}">
      <dsp:nvSpPr>
        <dsp:cNvPr id="0" name=""/>
        <dsp:cNvSpPr/>
      </dsp:nvSpPr>
      <dsp:spPr>
        <a:xfrm>
          <a:off x="3677623" y="1256734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21C7C-168D-41BF-AA61-6529AC7D7779}">
      <dsp:nvSpPr>
        <dsp:cNvPr id="0" name=""/>
        <dsp:cNvSpPr/>
      </dsp:nvSpPr>
      <dsp:spPr>
        <a:xfrm>
          <a:off x="3004105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700" kern="1200"/>
            <a:t>PUG/ Sass</a:t>
          </a:r>
          <a:endParaRPr lang="en-US" sz="1700" kern="1200"/>
        </a:p>
      </dsp:txBody>
      <dsp:txXfrm>
        <a:off x="3004105" y="2645217"/>
        <a:ext cx="2072362" cy="720000"/>
      </dsp:txXfrm>
    </dsp:sp>
    <dsp:sp modelId="{152E1E52-8138-420D-9040-FA50BA3FF92C}">
      <dsp:nvSpPr>
        <dsp:cNvPr id="0" name=""/>
        <dsp:cNvSpPr/>
      </dsp:nvSpPr>
      <dsp:spPr>
        <a:xfrm>
          <a:off x="5843242" y="987326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CE6C6-50B5-48BF-9436-B8837D911B4D}">
      <dsp:nvSpPr>
        <dsp:cNvPr id="0" name=""/>
        <dsp:cNvSpPr/>
      </dsp:nvSpPr>
      <dsp:spPr>
        <a:xfrm>
          <a:off x="6112649" y="1256734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2813F-D9D6-444C-90D7-64BD132AE543}">
      <dsp:nvSpPr>
        <dsp:cNvPr id="0" name=""/>
        <dsp:cNvSpPr/>
      </dsp:nvSpPr>
      <dsp:spPr>
        <a:xfrm>
          <a:off x="5439131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700" kern="1200"/>
            <a:t>JavaScript</a:t>
          </a:r>
          <a:endParaRPr lang="en-US" sz="1700" kern="1200"/>
        </a:p>
      </dsp:txBody>
      <dsp:txXfrm>
        <a:off x="5439131" y="2645217"/>
        <a:ext cx="2072362" cy="720000"/>
      </dsp:txXfrm>
    </dsp:sp>
    <dsp:sp modelId="{5A6BA38A-43CE-470E-A56E-71A5FDD69057}">
      <dsp:nvSpPr>
        <dsp:cNvPr id="0" name=""/>
        <dsp:cNvSpPr/>
      </dsp:nvSpPr>
      <dsp:spPr>
        <a:xfrm>
          <a:off x="8278268" y="987326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55EB0-6285-44EB-BA66-C1AB82CE0245}">
      <dsp:nvSpPr>
        <dsp:cNvPr id="0" name=""/>
        <dsp:cNvSpPr/>
      </dsp:nvSpPr>
      <dsp:spPr>
        <a:xfrm>
          <a:off x="8547675" y="1256734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5FEEF-1B9C-464F-816D-09DCB7548C7B}">
      <dsp:nvSpPr>
        <dsp:cNvPr id="0" name=""/>
        <dsp:cNvSpPr/>
      </dsp:nvSpPr>
      <dsp:spPr>
        <a:xfrm>
          <a:off x="7874157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700" kern="1200"/>
            <a:t>MongoDB (Mongoose &amp;&amp; MongoDB atlas)</a:t>
          </a:r>
          <a:endParaRPr lang="en-US" sz="1700" kern="1200"/>
        </a:p>
      </dsp:txBody>
      <dsp:txXfrm>
        <a:off x="7874157" y="2645217"/>
        <a:ext cx="207236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79ABA-0E82-46C7-A4EE-ECE8EED06C19}">
      <dsp:nvSpPr>
        <dsp:cNvPr id="0" name=""/>
        <dsp:cNvSpPr/>
      </dsp:nvSpPr>
      <dsp:spPr>
        <a:xfrm>
          <a:off x="969209" y="1078881"/>
          <a:ext cx="1263966" cy="12639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19805-2923-47F1-BEBF-4BC22F35E27B}">
      <dsp:nvSpPr>
        <dsp:cNvPr id="0" name=""/>
        <dsp:cNvSpPr/>
      </dsp:nvSpPr>
      <dsp:spPr>
        <a:xfrm>
          <a:off x="1238579" y="1348251"/>
          <a:ext cx="725226" cy="725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9F3AA-7826-408B-8888-96C6764B5857}">
      <dsp:nvSpPr>
        <dsp:cNvPr id="0" name=""/>
        <dsp:cNvSpPr/>
      </dsp:nvSpPr>
      <dsp:spPr>
        <a:xfrm>
          <a:off x="565154" y="2736542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300" kern="1200"/>
            <a:t>Færdiggørelse</a:t>
          </a:r>
          <a:endParaRPr lang="en-US" sz="2300" kern="1200"/>
        </a:p>
      </dsp:txBody>
      <dsp:txXfrm>
        <a:off x="565154" y="2736542"/>
        <a:ext cx="2072076" cy="720000"/>
      </dsp:txXfrm>
    </dsp:sp>
    <dsp:sp modelId="{E38B7F10-8147-4405-AEFF-F7F17AB750B4}">
      <dsp:nvSpPr>
        <dsp:cNvPr id="0" name=""/>
        <dsp:cNvSpPr/>
      </dsp:nvSpPr>
      <dsp:spPr>
        <a:xfrm>
          <a:off x="3403899" y="1078881"/>
          <a:ext cx="1263966" cy="12639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AA62C-E023-4489-99D6-199FD2C02327}">
      <dsp:nvSpPr>
        <dsp:cNvPr id="0" name=""/>
        <dsp:cNvSpPr/>
      </dsp:nvSpPr>
      <dsp:spPr>
        <a:xfrm>
          <a:off x="3673269" y="1348251"/>
          <a:ext cx="725226" cy="725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FA22D-9DC5-48B8-A640-756F3D5E0C25}">
      <dsp:nvSpPr>
        <dsp:cNvPr id="0" name=""/>
        <dsp:cNvSpPr/>
      </dsp:nvSpPr>
      <dsp:spPr>
        <a:xfrm>
          <a:off x="2999844" y="2736542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300" kern="1200"/>
            <a:t>Lancering</a:t>
          </a:r>
          <a:endParaRPr lang="en-US" sz="2300" kern="1200"/>
        </a:p>
      </dsp:txBody>
      <dsp:txXfrm>
        <a:off x="2999844" y="2736542"/>
        <a:ext cx="2072076" cy="720000"/>
      </dsp:txXfrm>
    </dsp:sp>
    <dsp:sp modelId="{A6E927D8-75A1-48C6-B965-9065C99E8CAD}">
      <dsp:nvSpPr>
        <dsp:cNvPr id="0" name=""/>
        <dsp:cNvSpPr/>
      </dsp:nvSpPr>
      <dsp:spPr>
        <a:xfrm>
          <a:off x="5838589" y="1078881"/>
          <a:ext cx="1263966" cy="12639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71E8E5-5788-415F-84F4-66E4EBC24235}">
      <dsp:nvSpPr>
        <dsp:cNvPr id="0" name=""/>
        <dsp:cNvSpPr/>
      </dsp:nvSpPr>
      <dsp:spPr>
        <a:xfrm>
          <a:off x="6107959" y="1348251"/>
          <a:ext cx="725226" cy="725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30E82-8170-4053-A5FD-9B1A646CA14A}">
      <dsp:nvSpPr>
        <dsp:cNvPr id="0" name=""/>
        <dsp:cNvSpPr/>
      </dsp:nvSpPr>
      <dsp:spPr>
        <a:xfrm>
          <a:off x="5434534" y="2736542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300" kern="1200"/>
            <a:t>Test</a:t>
          </a:r>
          <a:endParaRPr lang="en-US" sz="2300" kern="1200"/>
        </a:p>
      </dsp:txBody>
      <dsp:txXfrm>
        <a:off x="5434534" y="2736542"/>
        <a:ext cx="2072076" cy="720000"/>
      </dsp:txXfrm>
    </dsp:sp>
    <dsp:sp modelId="{70335BD9-F879-4916-8DBA-700502AE6265}">
      <dsp:nvSpPr>
        <dsp:cNvPr id="0" name=""/>
        <dsp:cNvSpPr/>
      </dsp:nvSpPr>
      <dsp:spPr>
        <a:xfrm>
          <a:off x="8273279" y="1078881"/>
          <a:ext cx="1263966" cy="12639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FB686-BF95-4349-AB85-00CB63985CBA}">
      <dsp:nvSpPr>
        <dsp:cNvPr id="0" name=""/>
        <dsp:cNvSpPr/>
      </dsp:nvSpPr>
      <dsp:spPr>
        <a:xfrm>
          <a:off x="8542649" y="1348251"/>
          <a:ext cx="725226" cy="7252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02C47-2A43-48CF-967A-96AC98D5070A}">
      <dsp:nvSpPr>
        <dsp:cNvPr id="0" name=""/>
        <dsp:cNvSpPr/>
      </dsp:nvSpPr>
      <dsp:spPr>
        <a:xfrm>
          <a:off x="7869224" y="2736542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300" kern="1200"/>
            <a:t>Optimering </a:t>
          </a:r>
          <a:endParaRPr lang="en-US" sz="2300" kern="1200"/>
        </a:p>
      </dsp:txBody>
      <dsp:txXfrm>
        <a:off x="7869224" y="2736542"/>
        <a:ext cx="2072076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B4F45-8616-4F5C-96ED-25228C976CB6}">
      <dsp:nvSpPr>
        <dsp:cNvPr id="0" name=""/>
        <dsp:cNvSpPr/>
      </dsp:nvSpPr>
      <dsp:spPr>
        <a:xfrm>
          <a:off x="0" y="4418"/>
          <a:ext cx="6248400" cy="94123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76050A-7FEA-4FCC-925F-F8767ECB2704}">
      <dsp:nvSpPr>
        <dsp:cNvPr id="0" name=""/>
        <dsp:cNvSpPr/>
      </dsp:nvSpPr>
      <dsp:spPr>
        <a:xfrm>
          <a:off x="284724" y="216197"/>
          <a:ext cx="517680" cy="5176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2E1EC-CEA8-435A-8C6D-BFF72D94060A}">
      <dsp:nvSpPr>
        <dsp:cNvPr id="0" name=""/>
        <dsp:cNvSpPr/>
      </dsp:nvSpPr>
      <dsp:spPr>
        <a:xfrm>
          <a:off x="1087129" y="4418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Problem konklusion</a:t>
          </a:r>
          <a:endParaRPr lang="en-US" sz="1900" kern="1200" dirty="0"/>
        </a:p>
      </dsp:txBody>
      <dsp:txXfrm>
        <a:off x="1087129" y="4418"/>
        <a:ext cx="5161270" cy="941237"/>
      </dsp:txXfrm>
    </dsp:sp>
    <dsp:sp modelId="{5239D698-3DFC-4715-907E-F6121CA01C7F}">
      <dsp:nvSpPr>
        <dsp:cNvPr id="0" name=""/>
        <dsp:cNvSpPr/>
      </dsp:nvSpPr>
      <dsp:spPr>
        <a:xfrm>
          <a:off x="0" y="1180965"/>
          <a:ext cx="6248400" cy="94123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714A8-D788-4EF9-BB07-862E87EDC3BC}">
      <dsp:nvSpPr>
        <dsp:cNvPr id="0" name=""/>
        <dsp:cNvSpPr/>
      </dsp:nvSpPr>
      <dsp:spPr>
        <a:xfrm>
          <a:off x="284724" y="1392744"/>
          <a:ext cx="517680" cy="5176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434C1-C25B-46DA-96C3-CC36EF7A4DC9}">
      <dsp:nvSpPr>
        <dsp:cNvPr id="0" name=""/>
        <dsp:cNvSpPr/>
      </dsp:nvSpPr>
      <dsp:spPr>
        <a:xfrm>
          <a:off x="1087129" y="1180965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Fremgangsmåden</a:t>
          </a:r>
          <a:endParaRPr lang="en-US" sz="1900" kern="1200" dirty="0"/>
        </a:p>
      </dsp:txBody>
      <dsp:txXfrm>
        <a:off x="1087129" y="1180965"/>
        <a:ext cx="5161270" cy="941237"/>
      </dsp:txXfrm>
    </dsp:sp>
    <dsp:sp modelId="{B4C149AA-9441-494E-9AE3-83FA65EE4506}">
      <dsp:nvSpPr>
        <dsp:cNvPr id="0" name=""/>
        <dsp:cNvSpPr/>
      </dsp:nvSpPr>
      <dsp:spPr>
        <a:xfrm>
          <a:off x="0" y="2357512"/>
          <a:ext cx="6248400" cy="94123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733A51-F48D-46E5-AA2A-C440E77C0D8B}">
      <dsp:nvSpPr>
        <dsp:cNvPr id="0" name=""/>
        <dsp:cNvSpPr/>
      </dsp:nvSpPr>
      <dsp:spPr>
        <a:xfrm>
          <a:off x="284724" y="2569291"/>
          <a:ext cx="517680" cy="5176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4E53A-53F6-4FA9-8402-886DE584A168}">
      <dsp:nvSpPr>
        <dsp:cNvPr id="0" name=""/>
        <dsp:cNvSpPr/>
      </dsp:nvSpPr>
      <dsp:spPr>
        <a:xfrm>
          <a:off x="1087129" y="2357512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Udviklingen</a:t>
          </a:r>
          <a:endParaRPr lang="en-US" sz="1900" kern="1200" dirty="0"/>
        </a:p>
      </dsp:txBody>
      <dsp:txXfrm>
        <a:off x="1087129" y="2357512"/>
        <a:ext cx="5161270" cy="941237"/>
      </dsp:txXfrm>
    </dsp:sp>
    <dsp:sp modelId="{DFBEC994-664A-4732-8190-72624CDC37BF}">
      <dsp:nvSpPr>
        <dsp:cNvPr id="0" name=""/>
        <dsp:cNvSpPr/>
      </dsp:nvSpPr>
      <dsp:spPr>
        <a:xfrm>
          <a:off x="0" y="3534059"/>
          <a:ext cx="6248400" cy="94123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AF3DD-CBA8-4F29-ABCE-44AF13A94285}">
      <dsp:nvSpPr>
        <dsp:cNvPr id="0" name=""/>
        <dsp:cNvSpPr/>
      </dsp:nvSpPr>
      <dsp:spPr>
        <a:xfrm>
          <a:off x="284724" y="3745838"/>
          <a:ext cx="517680" cy="5176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E9CB7-950B-48AF-BF32-D9E3A42EC524}">
      <dsp:nvSpPr>
        <dsp:cNvPr id="0" name=""/>
        <dsp:cNvSpPr/>
      </dsp:nvSpPr>
      <dsp:spPr>
        <a:xfrm>
          <a:off x="1087129" y="3534059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Applikation</a:t>
          </a:r>
          <a:endParaRPr lang="en-US" sz="1900" kern="1200" dirty="0"/>
        </a:p>
      </dsp:txBody>
      <dsp:txXfrm>
        <a:off x="1087129" y="3534059"/>
        <a:ext cx="5161270" cy="941237"/>
      </dsp:txXfrm>
    </dsp:sp>
    <dsp:sp modelId="{415CAA96-29B3-454D-8558-6D2EA92F480A}">
      <dsp:nvSpPr>
        <dsp:cNvPr id="0" name=""/>
        <dsp:cNvSpPr/>
      </dsp:nvSpPr>
      <dsp:spPr>
        <a:xfrm>
          <a:off x="0" y="4710606"/>
          <a:ext cx="6248400" cy="94123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A5A5E-6E9C-4F99-90E3-E14AE763A650}">
      <dsp:nvSpPr>
        <dsp:cNvPr id="0" name=""/>
        <dsp:cNvSpPr/>
      </dsp:nvSpPr>
      <dsp:spPr>
        <a:xfrm>
          <a:off x="284724" y="4922384"/>
          <a:ext cx="517680" cy="5176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24F92-3466-4B81-B5EE-0B7F47A5156B}">
      <dsp:nvSpPr>
        <dsp:cNvPr id="0" name=""/>
        <dsp:cNvSpPr/>
      </dsp:nvSpPr>
      <dsp:spPr>
        <a:xfrm>
          <a:off x="1087129" y="4690172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Revurdering</a:t>
          </a:r>
          <a:endParaRPr lang="en-US" sz="1900" kern="1200" dirty="0"/>
        </a:p>
      </dsp:txBody>
      <dsp:txXfrm>
        <a:off x="1087129" y="4690172"/>
        <a:ext cx="5161270" cy="941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72275-A097-4890-BC96-A48F724EC5B5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B1EB7-D9FF-445D-BE59-1084196AC4F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03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	Distancen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Kolding Lystbådehavn havde en udfordring med Distancen fra deres to havne og indtil byens centrum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	Mulighederne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De ville derfor gerne tilbyde en form for transportmiddel som kunne stilles til rådighed for deres gæster, så de havde nemmere mulighed for at komme ind til centrum og seværdigheder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	Løsningen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Udlejning af cykler på havnen. Udviklet en applikation som kan administrere cykler og udlejninger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B1EB7-D9FF-445D-BE59-1084196AC4F4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7869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a-DK" dirty="0"/>
              <a:t>Afklare hvilke løsnings muligheder der var. Og hvilke transportmidler man skulle gå med. Samt hvordan de skulle stilles til rådighed.</a:t>
            </a:r>
          </a:p>
          <a:p>
            <a:pPr marL="228600" indent="-228600">
              <a:buAutoNum type="arabicPeriod"/>
            </a:pPr>
            <a:r>
              <a:rPr lang="da-DK" dirty="0"/>
              <a:t>Et interview med Kolding Lystbådehavn gav et bedre billede af hvad deres behov var og hvordan jeg efterfølgende kunne tilpasse en applikation som ville matche deres behov</a:t>
            </a:r>
          </a:p>
          <a:p>
            <a:pPr marL="228600" indent="-228600">
              <a:buAutoNum type="arabicPeriod"/>
            </a:pPr>
            <a:r>
              <a:rPr lang="da-DK" dirty="0"/>
              <a:t>De kom frem til at de gerne ville stille cykler til rådighed, simpelt og nemt, med stor troværdighed til deres gæster.</a:t>
            </a:r>
          </a:p>
          <a:p>
            <a:pPr marL="228600" indent="-228600">
              <a:buAutoNum type="arabicPeriod"/>
            </a:pPr>
            <a:r>
              <a:rPr lang="da-DK" dirty="0"/>
              <a:t>Vi kom frem til en online applikation hvor de kunne se deres cykler og redigere informationerne på dem.</a:t>
            </a:r>
          </a:p>
          <a:p>
            <a:pPr marL="228600" indent="-228600">
              <a:buAutoNum type="arabicPeriod"/>
            </a:pPr>
            <a:r>
              <a:rPr lang="da-DK" dirty="0"/>
              <a:t>Ved afslutningen har vi igen revurderet løsningen for at finde frem til hvordan det passer behovet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B1EB7-D9FF-445D-BE59-1084196AC4F4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9933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Applikationen kører på en server som er bygget op I node.js</a:t>
            </a:r>
          </a:p>
          <a:p>
            <a:r>
              <a:rPr lang="da-DK" dirty="0"/>
              <a:t>Jeg har anvendt pug som view engine og </a:t>
            </a:r>
            <a:r>
              <a:rPr lang="da-DK" dirty="0" err="1"/>
              <a:t>sass</a:t>
            </a:r>
            <a:r>
              <a:rPr lang="da-DK" dirty="0"/>
              <a:t> som css compiler.</a:t>
            </a:r>
          </a:p>
          <a:p>
            <a:r>
              <a:rPr lang="da-DK" dirty="0"/>
              <a:t>Derudover kører applikationen med </a:t>
            </a:r>
            <a:r>
              <a:rPr lang="da-DK" dirty="0" err="1"/>
              <a:t>javascript</a:t>
            </a:r>
            <a:r>
              <a:rPr lang="da-DK" dirty="0"/>
              <a:t> som bringer lidt liv til siden – bliver f.eks. Brugt til push </a:t>
            </a:r>
            <a:r>
              <a:rPr lang="da-DK" dirty="0" err="1"/>
              <a:t>notefikationer</a:t>
            </a:r>
            <a:r>
              <a:rPr lang="da-DK" dirty="0"/>
              <a:t> og vælg alle funktion i ADMIN</a:t>
            </a:r>
          </a:p>
          <a:p>
            <a:endParaRPr lang="da-DK" dirty="0"/>
          </a:p>
          <a:p>
            <a:r>
              <a:rPr lang="da-DK" dirty="0"/>
              <a:t>Serveren er koblet sammen med en </a:t>
            </a:r>
            <a:r>
              <a:rPr lang="da-DK" dirty="0" err="1"/>
              <a:t>mongoDB</a:t>
            </a:r>
            <a:r>
              <a:rPr lang="da-DK" dirty="0"/>
              <a:t> database som kører </a:t>
            </a:r>
            <a:r>
              <a:rPr lang="da-DK" dirty="0" err="1"/>
              <a:t>igenne</a:t>
            </a:r>
            <a:r>
              <a:rPr lang="da-DK" dirty="0"/>
              <a:t> </a:t>
            </a:r>
            <a:r>
              <a:rPr lang="da-DK" dirty="0" err="1"/>
              <a:t>mongoDB</a:t>
            </a:r>
            <a:r>
              <a:rPr lang="da-DK" dirty="0"/>
              <a:t> atlas</a:t>
            </a:r>
          </a:p>
          <a:p>
            <a:r>
              <a:rPr lang="da-DK" dirty="0"/>
              <a:t>Jeg har installere </a:t>
            </a:r>
            <a:r>
              <a:rPr lang="da-DK" dirty="0" err="1"/>
              <a:t>mongoose</a:t>
            </a:r>
            <a:r>
              <a:rPr lang="da-DK" dirty="0"/>
              <a:t> og bruger de funktioner den tilbyder til at kommunikere med databasen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B1EB7-D9FF-445D-BE59-1084196AC4F4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4747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B1EB7-D9FF-445D-BE59-1084196AC4F4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4860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a-DK" dirty="0"/>
              <a:t>Afklare hvilke løsnings muligheder der var. Og hvilke transportmidler man skulle gå med. Samt hvordan de skulle stilles til rådighed.</a:t>
            </a:r>
          </a:p>
          <a:p>
            <a:pPr marL="228600" indent="-228600">
              <a:buAutoNum type="arabicPeriod"/>
            </a:pPr>
            <a:r>
              <a:rPr lang="da-DK" dirty="0"/>
              <a:t>Et interview med Kolding Lystbådehavn gav et bedre billede af hvad deres behov var og hvordan jeg efterfølgende kunne tilpasse en applikation som ville matche deres behov</a:t>
            </a:r>
          </a:p>
          <a:p>
            <a:pPr marL="228600" indent="-228600">
              <a:buAutoNum type="arabicPeriod"/>
            </a:pPr>
            <a:r>
              <a:rPr lang="da-DK" dirty="0"/>
              <a:t>De kom frem til at de gerne ville stille cykler til rådighed, simpelt og nemt, med stor troværdighed til deres gæster.</a:t>
            </a:r>
          </a:p>
          <a:p>
            <a:pPr marL="228600" indent="-228600">
              <a:buAutoNum type="arabicPeriod"/>
            </a:pPr>
            <a:r>
              <a:rPr lang="da-DK" dirty="0"/>
              <a:t>Vi kom frem til en online applikation hvor de kunne se deres cykler og redigere informationerne på dem.</a:t>
            </a:r>
          </a:p>
          <a:p>
            <a:pPr marL="228600" indent="-228600">
              <a:buAutoNum type="arabicPeriod"/>
            </a:pPr>
            <a:r>
              <a:rPr lang="da-DK" dirty="0"/>
              <a:t>Ved afslutningen har vi igen revurderet løsningen for at finde frem til hvordan det passer behovet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B1EB7-D9FF-445D-BE59-1084196AC4F4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6745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38E39-AE17-489C-999D-9030DB7DF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CEDB790-1496-4C78-A634-AFF6D88BA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FB77172-7D4F-48E6-960E-BFD9F360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37672F9-D165-40EE-BDB2-F98E8E75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8749175-9A0B-4EA7-9055-7366DEB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447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F5879-F0F4-485D-B8ED-B1AF1007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0313C1-D95C-451A-B641-FBFDD0D33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BD554C-C19A-4581-AD15-C704D5BD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8456492-6073-4A95-A74E-8968B2FD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10C9635-6435-4F9C-9C99-4AB2C589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482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C9BC3-F1E9-4FBB-A19B-2D03F4EF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E521EF7-35F1-4E36-BBE3-34CB709AC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98BA60-33B2-485C-AD77-65AB3938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D74C4F-2607-4103-93B4-DB30A01F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DB9DB42-3ED9-4512-9158-1A651A6C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060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A93F-839A-413F-BE28-A6E77BC6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408AD7-35FE-49B6-9FD1-903DFF499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8F2C5E5-C7F2-400C-AF2F-309A2FA7D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31F7AA9-5066-4B5E-B583-F2B01E2D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3D785D0-447D-4821-9A5A-6097DE64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E7092AF-7F26-46A5-92A8-BF02AC0F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50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DA2924-9C4E-4D58-AC4F-7F1B0396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B80FA39-D8C0-4EE9-8A30-12765BBBF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94BB55F-6619-4FB6-BBB6-1B3ED9B8F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64E8EA0-03F1-45EB-B343-DB3D63544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6F663C8-A647-4363-B65E-8C5D3EC8D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B5DDC11-A751-4EDD-97F8-2ADC7C57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BBBDF19-EAF4-4D77-8271-3E1885C3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05F5B38-13E4-4733-9868-62F4CB3E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512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DE2D4D-4EA4-4907-9E06-885725C5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CDD9143-0E5B-4A7C-849D-C9D1E8F59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F7DCB95-56FE-4CA8-9644-5C0B1447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E4B6177-4E0C-4C33-8D8F-0A94CFD7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261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CEAC166-BD24-417A-8503-BE304FAB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3228C7F-D0CC-4A94-BFE5-C1DBF905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B989CF-117A-474D-B79C-580F7F5C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164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E454F-E3A2-479B-A1E6-010658D20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CA1D5C9-48BC-45BD-894C-2DC946407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F3CD2FF-66B3-40E1-B0C3-D7852AD39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DE7D035-5265-4650-8689-2F27BCAE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E1E39BC-49E3-4021-85B4-653D0505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2465101-A68C-4E0A-A4A3-33B20DA7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480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159FE-54D4-4BFA-BBAF-829A4F4B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7819708-E4E6-4AB6-9366-7E110067F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7D62934-0585-456F-B83B-9B3770FA1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FD864F9-950E-49A1-BA1F-7B6F77F8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017651E-5892-4FB9-A509-1B95FCD3E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C5FA5AB-4F73-47DB-9B61-4D2701AB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422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9026D-1D32-4B2D-888B-6C52503D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E4D4060-9C92-4929-81A9-56E627437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D4A2C74-20BA-4959-B47A-CB33D148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324260-4D1C-40F1-92BF-E3D5E73B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6F6F128-EF55-4CD5-A242-D27527AC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87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1C23A089-967F-45A2-91D9-1190A6EC7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F510273-94D3-471A-8268-6AB51375D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E797C27-37C6-4C4F-B34E-5F6638BC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1792336-14D7-4FBE-8C22-1C02E3D6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61B2CA7-F4A6-4103-9B6F-BC7E7A46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639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34D5454-BACC-4905-B604-A1A48ECB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ECA1DBD-8127-41FA-9EEE-5072F7D90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0F92417-B430-4ED4-AC47-97A5CE730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79599-5AD7-4391-B4C8-1262E5079C84}" type="datetimeFigureOut">
              <a:rPr lang="da-DK" smtClean="0"/>
              <a:t>2021-01-06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2A7553E-5EA7-457D-947D-0649F415E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F245D0A-463F-45A3-A02E-857EF9983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FAA3D-3696-4B29-891C-54505B13520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800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3EBB34-5AA8-4AC3-A34B-4A724C0A4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da-DK" sz="7200"/>
              <a:t>Udlejning af transportmidler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4A5D027-D6D4-4A7C-9D7C-C439FAC2B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da-DK" sz="2800"/>
              <a:t>Kolding Lystbådehavn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42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1" name="Freeform: Shape 60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C0783C-DCF6-4B3F-AFE8-BD287B72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a-DK" sz="4000"/>
              <a:t>Agenda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F0613B-6C68-4F63-9018-654FA4FB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da-DK" sz="2000"/>
              <a:t>Problem &amp; baggrund</a:t>
            </a:r>
          </a:p>
          <a:p>
            <a:r>
              <a:rPr lang="da-DK" sz="2000"/>
              <a:t>Proces</a:t>
            </a:r>
          </a:p>
          <a:p>
            <a:r>
              <a:rPr lang="da-DK" sz="2000"/>
              <a:t>Udvikling</a:t>
            </a:r>
          </a:p>
          <a:p>
            <a:r>
              <a:rPr lang="da-DK" sz="2000"/>
              <a:t>Løsning</a:t>
            </a:r>
          </a:p>
          <a:p>
            <a:r>
              <a:rPr lang="da-DK" sz="2000"/>
              <a:t>Opsummering</a:t>
            </a:r>
          </a:p>
          <a:p>
            <a:endParaRPr lang="da-DK" sz="2000"/>
          </a:p>
        </p:txBody>
      </p:sp>
    </p:spTree>
    <p:extLst>
      <p:ext uri="{BB962C8B-B14F-4D97-AF65-F5344CB8AC3E}">
        <p14:creationId xmlns:p14="http://schemas.microsoft.com/office/powerpoint/2010/main" val="359811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EAC72B-CEC6-4B71-9FA7-99CADDB5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da-DK" sz="5200"/>
              <a:t>Problem &amp; baggrund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F02C7732-6900-4886-AAC0-3C938842F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020969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139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28A439-0135-4191-8302-9AFABB02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da-DK" sz="5200"/>
              <a:t>Proces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F528E738-F31C-4A4C-942B-6D2D44F21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87372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549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0E1553-E21C-4C4C-8F48-54630B57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a-DK" sz="5200"/>
              <a:t>Uvikling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8D375FD-4525-490C-977C-AA4702A32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72340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947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177990-DD4F-4B0E-8592-5D79F425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Løsning // Applikation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Onlinenetværk kontur">
            <a:extLst>
              <a:ext uri="{FF2B5EF4-FFF2-40B4-BE49-F238E27FC236}">
                <a16:creationId xmlns:a16="http://schemas.microsoft.com/office/drawing/2014/main" id="{297F1A80-A9EA-4749-8452-91838F6CF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891084" y="625684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2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B9D95A-8678-4025-91D1-ED84AA60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da-DK" sz="4000"/>
              <a:t>Hvad så nu?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AC6B0D5-E0E3-4C98-9D22-CA108B1CC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997100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20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28A439-0135-4191-8302-9AFABB02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Opsummering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F528E738-F31C-4A4C-942B-6D2D44F21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647739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843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Widescreen</PresentationFormat>
  <Paragraphs>64</Paragraphs>
  <Slides>8</Slides>
  <Notes>5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Office-tema</vt:lpstr>
      <vt:lpstr>Udlejning af transportmidler</vt:lpstr>
      <vt:lpstr>Agenda</vt:lpstr>
      <vt:lpstr>Problem &amp; baggrund</vt:lpstr>
      <vt:lpstr>Proces</vt:lpstr>
      <vt:lpstr>Uvikling</vt:lpstr>
      <vt:lpstr>Løsning // Applikation</vt:lpstr>
      <vt:lpstr>Hvad så nu?</vt:lpstr>
      <vt:lpstr>Opsummering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Udlejning af transportmidler</dc:title>
  <dc:creator>Simon Lervad</dc:creator>
  <cp:lastModifiedBy>Simon Lervad</cp:lastModifiedBy>
  <cp:revision>1</cp:revision>
  <dcterms:created xsi:type="dcterms:W3CDTF">2021-01-06T17:56:06Z</dcterms:created>
  <dcterms:modified xsi:type="dcterms:W3CDTF">2021-01-06T17:57:07Z</dcterms:modified>
</cp:coreProperties>
</file>